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D0FC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354539-91EA-4E84-80E7-AA4499C716E9}" v="9" dt="2026-07-04T06:11:01.2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7" d="100"/>
          <a:sy n="77" d="100"/>
        </p:scale>
        <p:origin x="182"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shi Bansal" userId="97c27cc66d5ba638" providerId="LiveId" clId="{4248B82D-6D6B-430E-B18B-268B9851DB0D}"/>
    <pc:docChg chg="custSel addSld delSld modSld">
      <pc:chgData name="Rashi Bansal" userId="97c27cc66d5ba638" providerId="LiveId" clId="{4248B82D-6D6B-430E-B18B-268B9851DB0D}" dt="2026-07-04T09:00:44.273" v="616" actId="20577"/>
      <pc:docMkLst>
        <pc:docMk/>
      </pc:docMkLst>
      <pc:sldChg chg="modSp mod">
        <pc:chgData name="Rashi Bansal" userId="97c27cc66d5ba638" providerId="LiveId" clId="{4248B82D-6D6B-430E-B18B-268B9851DB0D}" dt="2026-07-04T09:00:44.273" v="616" actId="20577"/>
        <pc:sldMkLst>
          <pc:docMk/>
          <pc:sldMk cId="3389421826" sldId="256"/>
        </pc:sldMkLst>
        <pc:spChg chg="mod">
          <ac:chgData name="Rashi Bansal" userId="97c27cc66d5ba638" providerId="LiveId" clId="{4248B82D-6D6B-430E-B18B-268B9851DB0D}" dt="2026-07-04T09:00:44.273" v="616" actId="20577"/>
          <ac:spMkLst>
            <pc:docMk/>
            <pc:sldMk cId="3389421826" sldId="256"/>
            <ac:spMk id="3" creationId="{9177294F-05DB-2470-E08A-FA292ABC1315}"/>
          </ac:spMkLst>
        </pc:spChg>
      </pc:sldChg>
      <pc:sldChg chg="addSp modSp mod setBg">
        <pc:chgData name="Rashi Bansal" userId="97c27cc66d5ba638" providerId="LiveId" clId="{4248B82D-6D6B-430E-B18B-268B9851DB0D}" dt="2026-07-04T06:11:01.204" v="66"/>
        <pc:sldMkLst>
          <pc:docMk/>
          <pc:sldMk cId="610289049" sldId="257"/>
        </pc:sldMkLst>
        <pc:spChg chg="mod">
          <ac:chgData name="Rashi Bansal" userId="97c27cc66d5ba638" providerId="LiveId" clId="{4248B82D-6D6B-430E-B18B-268B9851DB0D}" dt="2026-07-04T06:06:50.847" v="41" actId="20577"/>
          <ac:spMkLst>
            <pc:docMk/>
            <pc:sldMk cId="610289049" sldId="257"/>
            <ac:spMk id="3" creationId="{EA3909A7-1645-8B60-7CD7-F67F6823991F}"/>
          </ac:spMkLst>
        </pc:spChg>
        <pc:spChg chg="add mod">
          <ac:chgData name="Rashi Bansal" userId="97c27cc66d5ba638" providerId="LiveId" clId="{4248B82D-6D6B-430E-B18B-268B9851DB0D}" dt="2026-07-04T06:08:20.148" v="49" actId="12"/>
          <ac:spMkLst>
            <pc:docMk/>
            <pc:sldMk cId="610289049" sldId="257"/>
            <ac:spMk id="4" creationId="{6B0D2F8D-00A2-5EF0-4D8F-89C965E25191}"/>
          </ac:spMkLst>
        </pc:spChg>
        <pc:spChg chg="add mod">
          <ac:chgData name="Rashi Bansal" userId="97c27cc66d5ba638" providerId="LiveId" clId="{4248B82D-6D6B-430E-B18B-268B9851DB0D}" dt="2026-07-04T06:10:08.981" v="64" actId="255"/>
          <ac:spMkLst>
            <pc:docMk/>
            <pc:sldMk cId="610289049" sldId="257"/>
            <ac:spMk id="5" creationId="{05D48B99-1E8D-CC77-5636-A442E885A2C4}"/>
          </ac:spMkLst>
        </pc:spChg>
      </pc:sldChg>
      <pc:sldChg chg="addSp delSp modSp new mod setBg">
        <pc:chgData name="Rashi Bansal" userId="97c27cc66d5ba638" providerId="LiveId" clId="{4248B82D-6D6B-430E-B18B-268B9851DB0D}" dt="2026-07-04T06:30:47.069" v="220" actId="113"/>
        <pc:sldMkLst>
          <pc:docMk/>
          <pc:sldMk cId="1780654318" sldId="258"/>
        </pc:sldMkLst>
        <pc:spChg chg="mod">
          <ac:chgData name="Rashi Bansal" userId="97c27cc66d5ba638" providerId="LiveId" clId="{4248B82D-6D6B-430E-B18B-268B9851DB0D}" dt="2026-07-04T06:30:47.069" v="220" actId="113"/>
          <ac:spMkLst>
            <pc:docMk/>
            <pc:sldMk cId="1780654318" sldId="258"/>
            <ac:spMk id="2" creationId="{1B7BA093-33EE-B645-E418-9A8F43A25C61}"/>
          </ac:spMkLst>
        </pc:spChg>
        <pc:spChg chg="mod">
          <ac:chgData name="Rashi Bansal" userId="97c27cc66d5ba638" providerId="LiveId" clId="{4248B82D-6D6B-430E-B18B-268B9851DB0D}" dt="2026-07-04T06:30:04.670" v="216" actId="14100"/>
          <ac:spMkLst>
            <pc:docMk/>
            <pc:sldMk cId="1780654318" sldId="258"/>
            <ac:spMk id="3" creationId="{1ACC7538-1703-8779-D9BA-D97BB77C7E78}"/>
          </ac:spMkLst>
        </pc:spChg>
        <pc:spChg chg="add del mod">
          <ac:chgData name="Rashi Bansal" userId="97c27cc66d5ba638" providerId="LiveId" clId="{4248B82D-6D6B-430E-B18B-268B9851DB0D}" dt="2026-07-04T06:21:16.254" v="110" actId="478"/>
          <ac:spMkLst>
            <pc:docMk/>
            <pc:sldMk cId="1780654318" sldId="258"/>
            <ac:spMk id="4" creationId="{D68395BF-17BA-84A5-2F7A-D09CF6C39E09}"/>
          </ac:spMkLst>
        </pc:spChg>
        <pc:spChg chg="add del mod">
          <ac:chgData name="Rashi Bansal" userId="97c27cc66d5ba638" providerId="LiveId" clId="{4248B82D-6D6B-430E-B18B-268B9851DB0D}" dt="2026-07-04T06:22:21.408" v="123" actId="21"/>
          <ac:spMkLst>
            <pc:docMk/>
            <pc:sldMk cId="1780654318" sldId="258"/>
            <ac:spMk id="5" creationId="{F1323079-5888-A08B-CC5A-BACF8D4F3065}"/>
          </ac:spMkLst>
        </pc:spChg>
        <pc:spChg chg="add mod">
          <ac:chgData name="Rashi Bansal" userId="97c27cc66d5ba638" providerId="LiveId" clId="{4248B82D-6D6B-430E-B18B-268B9851DB0D}" dt="2026-07-04T06:29:57.801" v="215" actId="12"/>
          <ac:spMkLst>
            <pc:docMk/>
            <pc:sldMk cId="1780654318" sldId="258"/>
            <ac:spMk id="6" creationId="{C27EAC8A-5A19-9C8A-08EA-9E423AA11931}"/>
          </ac:spMkLst>
        </pc:spChg>
      </pc:sldChg>
      <pc:sldChg chg="addSp delSp modSp new mod setBg">
        <pc:chgData name="Rashi Bansal" userId="97c27cc66d5ba638" providerId="LiveId" clId="{4248B82D-6D6B-430E-B18B-268B9851DB0D}" dt="2026-07-04T07:21:13.241" v="278" actId="14100"/>
        <pc:sldMkLst>
          <pc:docMk/>
          <pc:sldMk cId="116073925" sldId="259"/>
        </pc:sldMkLst>
        <pc:spChg chg="mod">
          <ac:chgData name="Rashi Bansal" userId="97c27cc66d5ba638" providerId="LiveId" clId="{4248B82D-6D6B-430E-B18B-268B9851DB0D}" dt="2026-07-04T07:14:31.748" v="227" actId="207"/>
          <ac:spMkLst>
            <pc:docMk/>
            <pc:sldMk cId="116073925" sldId="259"/>
            <ac:spMk id="2" creationId="{D186EEAF-44B6-196E-F9A8-CD641AD05373}"/>
          </ac:spMkLst>
        </pc:spChg>
        <pc:spChg chg="mod">
          <ac:chgData name="Rashi Bansal" userId="97c27cc66d5ba638" providerId="LiveId" clId="{4248B82D-6D6B-430E-B18B-268B9851DB0D}" dt="2026-07-04T07:17:09.624" v="255" actId="120"/>
          <ac:spMkLst>
            <pc:docMk/>
            <pc:sldMk cId="116073925" sldId="259"/>
            <ac:spMk id="3" creationId="{929E58FC-63DA-E597-C6C6-E2BE1111F851}"/>
          </ac:spMkLst>
        </pc:spChg>
        <pc:picChg chg="add del mod">
          <ac:chgData name="Rashi Bansal" userId="97c27cc66d5ba638" providerId="LiveId" clId="{4248B82D-6D6B-430E-B18B-268B9851DB0D}" dt="2026-07-04T07:19:13.831" v="267" actId="21"/>
          <ac:picMkLst>
            <pc:docMk/>
            <pc:sldMk cId="116073925" sldId="259"/>
            <ac:picMk id="5" creationId="{01D647AB-9CAC-7299-8A39-7E8EA0F4CDAC}"/>
          </ac:picMkLst>
        </pc:picChg>
        <pc:picChg chg="add del mod">
          <ac:chgData name="Rashi Bansal" userId="97c27cc66d5ba638" providerId="LiveId" clId="{4248B82D-6D6B-430E-B18B-268B9851DB0D}" dt="2026-07-04T07:19:32.464" v="269" actId="21"/>
          <ac:picMkLst>
            <pc:docMk/>
            <pc:sldMk cId="116073925" sldId="259"/>
            <ac:picMk id="7" creationId="{4F64F45F-8305-7621-D8AE-40FA26BE3FDC}"/>
          </ac:picMkLst>
        </pc:picChg>
        <pc:picChg chg="add mod">
          <ac:chgData name="Rashi Bansal" userId="97c27cc66d5ba638" providerId="LiveId" clId="{4248B82D-6D6B-430E-B18B-268B9851DB0D}" dt="2026-07-04T07:21:13.241" v="278" actId="14100"/>
          <ac:picMkLst>
            <pc:docMk/>
            <pc:sldMk cId="116073925" sldId="259"/>
            <ac:picMk id="9" creationId="{3240501B-3500-5AE3-E594-E11F15F7936B}"/>
          </ac:picMkLst>
        </pc:picChg>
      </pc:sldChg>
      <pc:sldChg chg="addSp delSp modSp new mod setBg">
        <pc:chgData name="Rashi Bansal" userId="97c27cc66d5ba638" providerId="LiveId" clId="{4248B82D-6D6B-430E-B18B-268B9851DB0D}" dt="2026-07-04T07:37:02.729" v="362" actId="207"/>
        <pc:sldMkLst>
          <pc:docMk/>
          <pc:sldMk cId="90738461" sldId="260"/>
        </pc:sldMkLst>
        <pc:spChg chg="mod">
          <ac:chgData name="Rashi Bansal" userId="97c27cc66d5ba638" providerId="LiveId" clId="{4248B82D-6D6B-430E-B18B-268B9851DB0D}" dt="2026-07-04T07:34:00.881" v="334" actId="14100"/>
          <ac:spMkLst>
            <pc:docMk/>
            <pc:sldMk cId="90738461" sldId="260"/>
            <ac:spMk id="2" creationId="{2DC73662-8FDE-CEC2-7BCE-9C2497F6A074}"/>
          </ac:spMkLst>
        </pc:spChg>
        <pc:spChg chg="add mod">
          <ac:chgData name="Rashi Bansal" userId="97c27cc66d5ba638" providerId="LiveId" clId="{4248B82D-6D6B-430E-B18B-268B9851DB0D}" dt="2026-07-04T07:34:08.981" v="335" actId="14100"/>
          <ac:spMkLst>
            <pc:docMk/>
            <pc:sldMk cId="90738461" sldId="260"/>
            <ac:spMk id="3" creationId="{C52CF783-63C4-6DEB-1A82-E3B5C2D89AD8}"/>
          </ac:spMkLst>
        </pc:spChg>
        <pc:spChg chg="add mod">
          <ac:chgData name="Rashi Bansal" userId="97c27cc66d5ba638" providerId="LiveId" clId="{4248B82D-6D6B-430E-B18B-268B9851DB0D}" dt="2026-07-04T07:37:02.729" v="362" actId="207"/>
          <ac:spMkLst>
            <pc:docMk/>
            <pc:sldMk cId="90738461" sldId="260"/>
            <ac:spMk id="10" creationId="{9EF9CB33-4CEA-74F8-957F-DCB18676B63E}"/>
          </ac:spMkLst>
        </pc:spChg>
        <pc:picChg chg="add del mod">
          <ac:chgData name="Rashi Bansal" userId="97c27cc66d5ba638" providerId="LiveId" clId="{4248B82D-6D6B-430E-B18B-268B9851DB0D}" dt="2026-07-04T07:28:51.181" v="305" actId="21"/>
          <ac:picMkLst>
            <pc:docMk/>
            <pc:sldMk cId="90738461" sldId="260"/>
            <ac:picMk id="5" creationId="{81B581E9-0BC8-9CF4-9889-F82F10BE5F08}"/>
          </ac:picMkLst>
        </pc:picChg>
        <pc:picChg chg="add del mod">
          <ac:chgData name="Rashi Bansal" userId="97c27cc66d5ba638" providerId="LiveId" clId="{4248B82D-6D6B-430E-B18B-268B9851DB0D}" dt="2026-07-04T07:31:08.151" v="310" actId="21"/>
          <ac:picMkLst>
            <pc:docMk/>
            <pc:sldMk cId="90738461" sldId="260"/>
            <ac:picMk id="7" creationId="{28BB74B9-BEF7-6F34-567F-9E81E8F0EE89}"/>
          </ac:picMkLst>
        </pc:picChg>
        <pc:picChg chg="add mod">
          <ac:chgData name="Rashi Bansal" userId="97c27cc66d5ba638" providerId="LiveId" clId="{4248B82D-6D6B-430E-B18B-268B9851DB0D}" dt="2026-07-04T07:32:23.986" v="320" actId="1076"/>
          <ac:picMkLst>
            <pc:docMk/>
            <pc:sldMk cId="90738461" sldId="260"/>
            <ac:picMk id="9" creationId="{73F03BFA-3470-8FD1-D351-1BFC1BA993FD}"/>
          </ac:picMkLst>
        </pc:picChg>
      </pc:sldChg>
      <pc:sldChg chg="new del">
        <pc:chgData name="Rashi Bansal" userId="97c27cc66d5ba638" providerId="LiveId" clId="{4248B82D-6D6B-430E-B18B-268B9851DB0D}" dt="2026-07-04T07:24:07.431" v="280" actId="2696"/>
        <pc:sldMkLst>
          <pc:docMk/>
          <pc:sldMk cId="2868280095" sldId="260"/>
        </pc:sldMkLst>
      </pc:sldChg>
      <pc:sldChg chg="addSp modSp new mod setBg">
        <pc:chgData name="Rashi Bansal" userId="97c27cc66d5ba638" providerId="LiveId" clId="{4248B82D-6D6B-430E-B18B-268B9851DB0D}" dt="2026-07-04T07:52:41.131" v="432" actId="207"/>
        <pc:sldMkLst>
          <pc:docMk/>
          <pc:sldMk cId="828333493" sldId="261"/>
        </pc:sldMkLst>
        <pc:spChg chg="mod">
          <ac:chgData name="Rashi Bansal" userId="97c27cc66d5ba638" providerId="LiveId" clId="{4248B82D-6D6B-430E-B18B-268B9851DB0D}" dt="2026-07-04T07:48:32.028" v="405" actId="14100"/>
          <ac:spMkLst>
            <pc:docMk/>
            <pc:sldMk cId="828333493" sldId="261"/>
            <ac:spMk id="2" creationId="{D38FEE6B-37C0-FB5B-AB42-4B5DB0620D53}"/>
          </ac:spMkLst>
        </pc:spChg>
        <pc:spChg chg="add mod">
          <ac:chgData name="Rashi Bansal" userId="97c27cc66d5ba638" providerId="LiveId" clId="{4248B82D-6D6B-430E-B18B-268B9851DB0D}" dt="2026-07-04T07:50:55.543" v="416" actId="122"/>
          <ac:spMkLst>
            <pc:docMk/>
            <pc:sldMk cId="828333493" sldId="261"/>
            <ac:spMk id="5" creationId="{2E05F2AB-FBC6-539E-E631-3826F4266421}"/>
          </ac:spMkLst>
        </pc:spChg>
        <pc:spChg chg="add mod">
          <ac:chgData name="Rashi Bansal" userId="97c27cc66d5ba638" providerId="LiveId" clId="{4248B82D-6D6B-430E-B18B-268B9851DB0D}" dt="2026-07-04T07:52:41.131" v="432" actId="207"/>
          <ac:spMkLst>
            <pc:docMk/>
            <pc:sldMk cId="828333493" sldId="261"/>
            <ac:spMk id="6" creationId="{A0D60F78-5342-A48E-95AB-3C158A58F910}"/>
          </ac:spMkLst>
        </pc:spChg>
        <pc:picChg chg="add mod">
          <ac:chgData name="Rashi Bansal" userId="97c27cc66d5ba638" providerId="LiveId" clId="{4248B82D-6D6B-430E-B18B-268B9851DB0D}" dt="2026-07-04T07:49:18.320" v="408" actId="1076"/>
          <ac:picMkLst>
            <pc:docMk/>
            <pc:sldMk cId="828333493" sldId="261"/>
            <ac:picMk id="4" creationId="{421C0C85-DB36-F1E3-CE07-6B85EF1CE8C1}"/>
          </ac:picMkLst>
        </pc:picChg>
      </pc:sldChg>
      <pc:sldChg chg="addSp delSp modSp new del mod setBg">
        <pc:chgData name="Rashi Bansal" userId="97c27cc66d5ba638" providerId="LiveId" clId="{4248B82D-6D6B-430E-B18B-268B9851DB0D}" dt="2026-07-04T07:44:44.915" v="375" actId="2696"/>
        <pc:sldMkLst>
          <pc:docMk/>
          <pc:sldMk cId="2461558070" sldId="261"/>
        </pc:sldMkLst>
        <pc:picChg chg="add del mod">
          <ac:chgData name="Rashi Bansal" userId="97c27cc66d5ba638" providerId="LiveId" clId="{4248B82D-6D6B-430E-B18B-268B9851DB0D}" dt="2026-07-04T07:44:36.893" v="374" actId="21"/>
          <ac:picMkLst>
            <pc:docMk/>
            <pc:sldMk cId="2461558070" sldId="261"/>
            <ac:picMk id="3" creationId="{6EF94609-79CA-7CC9-42B8-7F9059227123}"/>
          </ac:picMkLst>
        </pc:picChg>
      </pc:sldChg>
      <pc:sldChg chg="add del setBg">
        <pc:chgData name="Rashi Bansal" userId="97c27cc66d5ba638" providerId="LiveId" clId="{4248B82D-6D6B-430E-B18B-268B9851DB0D}" dt="2026-07-04T07:45:51.068" v="382" actId="2696"/>
        <pc:sldMkLst>
          <pc:docMk/>
          <pc:sldMk cId="2709967254" sldId="262"/>
        </pc:sldMkLst>
      </pc:sldChg>
      <pc:sldChg chg="addSp delSp modSp new mod setBg">
        <pc:chgData name="Rashi Bansal" userId="97c27cc66d5ba638" providerId="LiveId" clId="{4248B82D-6D6B-430E-B18B-268B9851DB0D}" dt="2026-07-04T08:01:34.017" v="483" actId="207"/>
        <pc:sldMkLst>
          <pc:docMk/>
          <pc:sldMk cId="3651831102" sldId="262"/>
        </pc:sldMkLst>
        <pc:spChg chg="mod">
          <ac:chgData name="Rashi Bansal" userId="97c27cc66d5ba638" providerId="LiveId" clId="{4248B82D-6D6B-430E-B18B-268B9851DB0D}" dt="2026-07-04T07:56:35.402" v="442" actId="255"/>
          <ac:spMkLst>
            <pc:docMk/>
            <pc:sldMk cId="3651831102" sldId="262"/>
            <ac:spMk id="2" creationId="{3D76ED5A-0FE3-099F-DDD0-CEF21AA1EC3E}"/>
          </ac:spMkLst>
        </pc:spChg>
        <pc:spChg chg="add del">
          <ac:chgData name="Rashi Bansal" userId="97c27cc66d5ba638" providerId="LiveId" clId="{4248B82D-6D6B-430E-B18B-268B9851DB0D}" dt="2026-07-04T07:58:42.631" v="465" actId="21"/>
          <ac:spMkLst>
            <pc:docMk/>
            <pc:sldMk cId="3651831102" sldId="262"/>
            <ac:spMk id="5" creationId="{3FC5F225-DD6A-39F3-C9FE-228641B2AC0B}"/>
          </ac:spMkLst>
        </pc:spChg>
        <pc:spChg chg="add mod">
          <ac:chgData name="Rashi Bansal" userId="97c27cc66d5ba638" providerId="LiveId" clId="{4248B82D-6D6B-430E-B18B-268B9851DB0D}" dt="2026-07-04T08:01:34.017" v="483" actId="207"/>
          <ac:spMkLst>
            <pc:docMk/>
            <pc:sldMk cId="3651831102" sldId="262"/>
            <ac:spMk id="6" creationId="{03A16A99-98AC-AA93-DF53-D5658B506C17}"/>
          </ac:spMkLst>
        </pc:spChg>
        <pc:picChg chg="add mod">
          <ac:chgData name="Rashi Bansal" userId="97c27cc66d5ba638" providerId="LiveId" clId="{4248B82D-6D6B-430E-B18B-268B9851DB0D}" dt="2026-07-04T07:57:32.892" v="445" actId="14100"/>
          <ac:picMkLst>
            <pc:docMk/>
            <pc:sldMk cId="3651831102" sldId="262"/>
            <ac:picMk id="4" creationId="{893F2DBE-FADC-C0B8-FF4B-7867CAFE9CD6}"/>
          </ac:picMkLst>
        </pc:picChg>
      </pc:sldChg>
      <pc:sldChg chg="add del setBg">
        <pc:chgData name="Rashi Bansal" userId="97c27cc66d5ba638" providerId="LiveId" clId="{4248B82D-6D6B-430E-B18B-268B9851DB0D}" dt="2026-07-04T07:45:48.068" v="381" actId="2696"/>
        <pc:sldMkLst>
          <pc:docMk/>
          <pc:sldMk cId="2071433771" sldId="263"/>
        </pc:sldMkLst>
      </pc:sldChg>
      <pc:sldChg chg="addSp modSp new mod setBg">
        <pc:chgData name="Rashi Bansal" userId="97c27cc66d5ba638" providerId="LiveId" clId="{4248B82D-6D6B-430E-B18B-268B9851DB0D}" dt="2026-07-04T08:09:08.466" v="514" actId="207"/>
        <pc:sldMkLst>
          <pc:docMk/>
          <pc:sldMk cId="3956570999" sldId="263"/>
        </pc:sldMkLst>
        <pc:spChg chg="mod">
          <ac:chgData name="Rashi Bansal" userId="97c27cc66d5ba638" providerId="LiveId" clId="{4248B82D-6D6B-430E-B18B-268B9851DB0D}" dt="2026-07-04T08:05:06.367" v="504" actId="207"/>
          <ac:spMkLst>
            <pc:docMk/>
            <pc:sldMk cId="3956570999" sldId="263"/>
            <ac:spMk id="2" creationId="{DAA89693-7AFA-46A1-8968-9951801F9D45}"/>
          </ac:spMkLst>
        </pc:spChg>
        <pc:spChg chg="add mod">
          <ac:chgData name="Rashi Bansal" userId="97c27cc66d5ba638" providerId="LiveId" clId="{4248B82D-6D6B-430E-B18B-268B9851DB0D}" dt="2026-07-04T08:09:08.466" v="514" actId="207"/>
          <ac:spMkLst>
            <pc:docMk/>
            <pc:sldMk cId="3956570999" sldId="263"/>
            <ac:spMk id="5" creationId="{AF14B29B-EB43-B12D-2636-1427B4516C7F}"/>
          </ac:spMkLst>
        </pc:spChg>
        <pc:picChg chg="add mod">
          <ac:chgData name="Rashi Bansal" userId="97c27cc66d5ba638" providerId="LiveId" clId="{4248B82D-6D6B-430E-B18B-268B9851DB0D}" dt="2026-07-04T08:06:20.697" v="506" actId="1076"/>
          <ac:picMkLst>
            <pc:docMk/>
            <pc:sldMk cId="3956570999" sldId="263"/>
            <ac:picMk id="4" creationId="{82E6EE6C-3D99-66E0-B96A-5C0A61657F73}"/>
          </ac:picMkLst>
        </pc:picChg>
      </pc:sldChg>
      <pc:sldChg chg="add del setBg">
        <pc:chgData name="Rashi Bansal" userId="97c27cc66d5ba638" providerId="LiveId" clId="{4248B82D-6D6B-430E-B18B-268B9851DB0D}" dt="2026-07-04T07:45:45.208" v="380" actId="2696"/>
        <pc:sldMkLst>
          <pc:docMk/>
          <pc:sldMk cId="2643608055" sldId="264"/>
        </pc:sldMkLst>
      </pc:sldChg>
      <pc:sldChg chg="addSp modSp new mod setBg">
        <pc:chgData name="Rashi Bansal" userId="97c27cc66d5ba638" providerId="LiveId" clId="{4248B82D-6D6B-430E-B18B-268B9851DB0D}" dt="2026-07-04T08:13:33.926" v="538" actId="255"/>
        <pc:sldMkLst>
          <pc:docMk/>
          <pc:sldMk cId="3598229677" sldId="264"/>
        </pc:sldMkLst>
        <pc:spChg chg="mod">
          <ac:chgData name="Rashi Bansal" userId="97c27cc66d5ba638" providerId="LiveId" clId="{4248B82D-6D6B-430E-B18B-268B9851DB0D}" dt="2026-07-04T08:10:54.866" v="524" actId="14100"/>
          <ac:spMkLst>
            <pc:docMk/>
            <pc:sldMk cId="3598229677" sldId="264"/>
            <ac:spMk id="2" creationId="{B6A841CE-F9EC-E55C-1E5A-9E5D0498551C}"/>
          </ac:spMkLst>
        </pc:spChg>
        <pc:spChg chg="add mod">
          <ac:chgData name="Rashi Bansal" userId="97c27cc66d5ba638" providerId="LiveId" clId="{4248B82D-6D6B-430E-B18B-268B9851DB0D}" dt="2026-07-04T08:13:33.926" v="538" actId="255"/>
          <ac:spMkLst>
            <pc:docMk/>
            <pc:sldMk cId="3598229677" sldId="264"/>
            <ac:spMk id="5" creationId="{FF285D20-9978-AC41-B428-461588B8CCA9}"/>
          </ac:spMkLst>
        </pc:spChg>
        <pc:picChg chg="add mod">
          <ac:chgData name="Rashi Bansal" userId="97c27cc66d5ba638" providerId="LiveId" clId="{4248B82D-6D6B-430E-B18B-268B9851DB0D}" dt="2026-07-04T08:12:00.392" v="526" actId="1076"/>
          <ac:picMkLst>
            <pc:docMk/>
            <pc:sldMk cId="3598229677" sldId="264"/>
            <ac:picMk id="4" creationId="{48820F4D-CD8F-B2B4-0E6E-C2187C59EC94}"/>
          </ac:picMkLst>
        </pc:picChg>
      </pc:sldChg>
      <pc:sldChg chg="addSp modSp new mod setBg">
        <pc:chgData name="Rashi Bansal" userId="97c27cc66d5ba638" providerId="LiveId" clId="{4248B82D-6D6B-430E-B18B-268B9851DB0D}" dt="2026-07-04T08:18:10.209" v="558" actId="12"/>
        <pc:sldMkLst>
          <pc:docMk/>
          <pc:sldMk cId="361474394" sldId="265"/>
        </pc:sldMkLst>
        <pc:spChg chg="mod">
          <ac:chgData name="Rashi Bansal" userId="97c27cc66d5ba638" providerId="LiveId" clId="{4248B82D-6D6B-430E-B18B-268B9851DB0D}" dt="2026-07-04T08:14:58.199" v="546" actId="207"/>
          <ac:spMkLst>
            <pc:docMk/>
            <pc:sldMk cId="361474394" sldId="265"/>
            <ac:spMk id="2" creationId="{2D806C96-DA51-46F5-835F-18E441F03D7A}"/>
          </ac:spMkLst>
        </pc:spChg>
        <pc:spChg chg="add mod">
          <ac:chgData name="Rashi Bansal" userId="97c27cc66d5ba638" providerId="LiveId" clId="{4248B82D-6D6B-430E-B18B-268B9851DB0D}" dt="2026-07-04T08:18:10.209" v="558" actId="12"/>
          <ac:spMkLst>
            <pc:docMk/>
            <pc:sldMk cId="361474394" sldId="265"/>
            <ac:spMk id="5" creationId="{A6B74BB0-9A1C-C28E-CA6D-BB39594CEE5E}"/>
          </ac:spMkLst>
        </pc:spChg>
        <pc:picChg chg="add mod">
          <ac:chgData name="Rashi Bansal" userId="97c27cc66d5ba638" providerId="LiveId" clId="{4248B82D-6D6B-430E-B18B-268B9851DB0D}" dt="2026-07-04T08:16:07.105" v="548" actId="1076"/>
          <ac:picMkLst>
            <pc:docMk/>
            <pc:sldMk cId="361474394" sldId="265"/>
            <ac:picMk id="4" creationId="{0DDA2A56-AA52-722A-A502-32AB33638243}"/>
          </ac:picMkLst>
        </pc:picChg>
      </pc:sldChg>
      <pc:sldChg chg="addSp delSp modSp new mod setBg">
        <pc:chgData name="Rashi Bansal" userId="97c27cc66d5ba638" providerId="LiveId" clId="{4248B82D-6D6B-430E-B18B-268B9851DB0D}" dt="2026-07-04T08:24:39.574" v="596"/>
        <pc:sldMkLst>
          <pc:docMk/>
          <pc:sldMk cId="1521507075" sldId="266"/>
        </pc:sldMkLst>
        <pc:spChg chg="mod">
          <ac:chgData name="Rashi Bansal" userId="97c27cc66d5ba638" providerId="LiveId" clId="{4248B82D-6D6B-430E-B18B-268B9851DB0D}" dt="2026-07-04T08:20:22.722" v="566" actId="14100"/>
          <ac:spMkLst>
            <pc:docMk/>
            <pc:sldMk cId="1521507075" sldId="266"/>
            <ac:spMk id="2" creationId="{FED8EAFB-16BA-6F0C-CC00-E8F2ADDDB0D1}"/>
          </ac:spMkLst>
        </pc:spChg>
        <pc:spChg chg="add mod">
          <ac:chgData name="Rashi Bansal" userId="97c27cc66d5ba638" providerId="LiveId" clId="{4248B82D-6D6B-430E-B18B-268B9851DB0D}" dt="2026-07-04T08:21:25.189" v="572" actId="207"/>
          <ac:spMkLst>
            <pc:docMk/>
            <pc:sldMk cId="1521507075" sldId="266"/>
            <ac:spMk id="3" creationId="{244400BC-98AA-EA98-E67C-E0C3474557CC}"/>
          </ac:spMkLst>
        </pc:spChg>
        <pc:spChg chg="add del mod">
          <ac:chgData name="Rashi Bansal" userId="97c27cc66d5ba638" providerId="LiveId" clId="{4248B82D-6D6B-430E-B18B-268B9851DB0D}" dt="2026-07-04T08:22:13.508" v="574" actId="21"/>
          <ac:spMkLst>
            <pc:docMk/>
            <pc:sldMk cId="1521507075" sldId="266"/>
            <ac:spMk id="4" creationId="{A6240332-373B-230F-CD1F-4B486616CB93}"/>
          </ac:spMkLst>
        </pc:spChg>
        <pc:spChg chg="add del mod">
          <ac:chgData name="Rashi Bansal" userId="97c27cc66d5ba638" providerId="LiveId" clId="{4248B82D-6D6B-430E-B18B-268B9851DB0D}" dt="2026-07-04T08:22:50.295" v="581"/>
          <ac:spMkLst>
            <pc:docMk/>
            <pc:sldMk cId="1521507075" sldId="266"/>
            <ac:spMk id="5" creationId="{2AB4C526-CF58-B27C-DAE6-501EBAA9412D}"/>
          </ac:spMkLst>
        </pc:spChg>
        <pc:spChg chg="add del mod">
          <ac:chgData name="Rashi Bansal" userId="97c27cc66d5ba638" providerId="LiveId" clId="{4248B82D-6D6B-430E-B18B-268B9851DB0D}" dt="2026-07-04T08:22:50.285" v="579" actId="21"/>
          <ac:spMkLst>
            <pc:docMk/>
            <pc:sldMk cId="1521507075" sldId="266"/>
            <ac:spMk id="6" creationId="{A6240332-373B-230F-CD1F-4B486616CB93}"/>
          </ac:spMkLst>
        </pc:spChg>
        <pc:spChg chg="add del mod">
          <ac:chgData name="Rashi Bansal" userId="97c27cc66d5ba638" providerId="LiveId" clId="{4248B82D-6D6B-430E-B18B-268B9851DB0D}" dt="2026-07-04T08:23:06.690" v="586"/>
          <ac:spMkLst>
            <pc:docMk/>
            <pc:sldMk cId="1521507075" sldId="266"/>
            <ac:spMk id="7" creationId="{DE37D865-C38A-9531-E695-2C22B8A562CC}"/>
          </ac:spMkLst>
        </pc:spChg>
        <pc:spChg chg="add del mod">
          <ac:chgData name="Rashi Bansal" userId="97c27cc66d5ba638" providerId="LiveId" clId="{4248B82D-6D6B-430E-B18B-268B9851DB0D}" dt="2026-07-04T08:23:06.683" v="584" actId="21"/>
          <ac:spMkLst>
            <pc:docMk/>
            <pc:sldMk cId="1521507075" sldId="266"/>
            <ac:spMk id="8" creationId="{A6240332-373B-230F-CD1F-4B486616CB93}"/>
          </ac:spMkLst>
        </pc:spChg>
        <pc:spChg chg="add mod">
          <ac:chgData name="Rashi Bansal" userId="97c27cc66d5ba638" providerId="LiveId" clId="{4248B82D-6D6B-430E-B18B-268B9851DB0D}" dt="2026-07-04T08:24:27.924" v="595" actId="207"/>
          <ac:spMkLst>
            <pc:docMk/>
            <pc:sldMk cId="1521507075" sldId="266"/>
            <ac:spMk id="9" creationId="{DE0B432E-ED94-DF22-B559-4287E71EAA5B}"/>
          </ac:spMkLst>
        </pc:spChg>
      </pc:sldChg>
      <pc:sldChg chg="addSp modSp new mod setBg">
        <pc:chgData name="Rashi Bansal" userId="97c27cc66d5ba638" providerId="LiveId" clId="{4248B82D-6D6B-430E-B18B-268B9851DB0D}" dt="2026-07-04T08:27:02.272" v="615"/>
        <pc:sldMkLst>
          <pc:docMk/>
          <pc:sldMk cId="2707785096" sldId="267"/>
        </pc:sldMkLst>
        <pc:spChg chg="mod">
          <ac:chgData name="Rashi Bansal" userId="97c27cc66d5ba638" providerId="LiveId" clId="{4248B82D-6D6B-430E-B18B-268B9851DB0D}" dt="2026-07-04T08:26:48.507" v="609" actId="207"/>
          <ac:spMkLst>
            <pc:docMk/>
            <pc:sldMk cId="2707785096" sldId="267"/>
            <ac:spMk id="2" creationId="{D2CC4950-73A0-D7CA-927C-F097BE856559}"/>
          </ac:spMkLst>
        </pc:spChg>
        <pc:spChg chg="add mod">
          <ac:chgData name="Rashi Bansal" userId="97c27cc66d5ba638" providerId="LiveId" clId="{4248B82D-6D6B-430E-B18B-268B9851DB0D}" dt="2026-07-04T08:26:37.745" v="608" actId="207"/>
          <ac:spMkLst>
            <pc:docMk/>
            <pc:sldMk cId="2707785096" sldId="267"/>
            <ac:spMk id="3" creationId="{B6B9F2E8-0C34-09D5-6829-9A4EF9340AD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98BBC-B965-2DEE-C8F3-D7C85468C2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C7C04E4-9FBA-11A0-8AA8-33ACC2D352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12F2FDB-73B3-7A6B-CB5D-FCD276A3FB40}"/>
              </a:ext>
            </a:extLst>
          </p:cNvPr>
          <p:cNvSpPr>
            <a:spLocks noGrp="1"/>
          </p:cNvSpPr>
          <p:nvPr>
            <p:ph type="dt" sz="half" idx="10"/>
          </p:nvPr>
        </p:nvSpPr>
        <p:spPr/>
        <p:txBody>
          <a:bodyPr/>
          <a:lstStyle/>
          <a:p>
            <a:fld id="{B4ECA39D-4BE3-4210-BA8C-78C6DB0F86F6}" type="datetimeFigureOut">
              <a:rPr lang="en-IN" smtClean="0"/>
              <a:t>04-07-2026</a:t>
            </a:fld>
            <a:endParaRPr lang="en-IN"/>
          </a:p>
        </p:txBody>
      </p:sp>
      <p:sp>
        <p:nvSpPr>
          <p:cNvPr id="5" name="Footer Placeholder 4">
            <a:extLst>
              <a:ext uri="{FF2B5EF4-FFF2-40B4-BE49-F238E27FC236}">
                <a16:creationId xmlns:a16="http://schemas.microsoft.com/office/drawing/2014/main" id="{6658578B-467D-B8F0-266A-B0DD66E09A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DB6182-906C-8ECF-2240-B420E515C5DE}"/>
              </a:ext>
            </a:extLst>
          </p:cNvPr>
          <p:cNvSpPr>
            <a:spLocks noGrp="1"/>
          </p:cNvSpPr>
          <p:nvPr>
            <p:ph type="sldNum" sz="quarter" idx="12"/>
          </p:nvPr>
        </p:nvSpPr>
        <p:spPr/>
        <p:txBody>
          <a:bodyPr/>
          <a:lstStyle/>
          <a:p>
            <a:fld id="{90C2BA4C-B5E6-476D-A894-B83F869005FF}" type="slidenum">
              <a:rPr lang="en-IN" smtClean="0"/>
              <a:t>‹#›</a:t>
            </a:fld>
            <a:endParaRPr lang="en-IN"/>
          </a:p>
        </p:txBody>
      </p:sp>
    </p:spTree>
    <p:extLst>
      <p:ext uri="{BB962C8B-B14F-4D97-AF65-F5344CB8AC3E}">
        <p14:creationId xmlns:p14="http://schemas.microsoft.com/office/powerpoint/2010/main" val="15899432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9BA90-731F-AA52-84D0-D7790199B61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CA14967-2E2C-8BFE-3EB0-FD5ED56268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C19EEF-F8AD-CE78-80D6-D99FC41238B6}"/>
              </a:ext>
            </a:extLst>
          </p:cNvPr>
          <p:cNvSpPr>
            <a:spLocks noGrp="1"/>
          </p:cNvSpPr>
          <p:nvPr>
            <p:ph type="dt" sz="half" idx="10"/>
          </p:nvPr>
        </p:nvSpPr>
        <p:spPr/>
        <p:txBody>
          <a:bodyPr/>
          <a:lstStyle/>
          <a:p>
            <a:fld id="{B4ECA39D-4BE3-4210-BA8C-78C6DB0F86F6}" type="datetimeFigureOut">
              <a:rPr lang="en-IN" smtClean="0"/>
              <a:t>04-07-2026</a:t>
            </a:fld>
            <a:endParaRPr lang="en-IN"/>
          </a:p>
        </p:txBody>
      </p:sp>
      <p:sp>
        <p:nvSpPr>
          <p:cNvPr id="5" name="Footer Placeholder 4">
            <a:extLst>
              <a:ext uri="{FF2B5EF4-FFF2-40B4-BE49-F238E27FC236}">
                <a16:creationId xmlns:a16="http://schemas.microsoft.com/office/drawing/2014/main" id="{9487924B-DAAD-1618-EC28-C50A745AA5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084B8F-1992-3F59-111F-6B669665A6B2}"/>
              </a:ext>
            </a:extLst>
          </p:cNvPr>
          <p:cNvSpPr>
            <a:spLocks noGrp="1"/>
          </p:cNvSpPr>
          <p:nvPr>
            <p:ph type="sldNum" sz="quarter" idx="12"/>
          </p:nvPr>
        </p:nvSpPr>
        <p:spPr/>
        <p:txBody>
          <a:bodyPr/>
          <a:lstStyle/>
          <a:p>
            <a:fld id="{90C2BA4C-B5E6-476D-A894-B83F869005FF}" type="slidenum">
              <a:rPr lang="en-IN" smtClean="0"/>
              <a:t>‹#›</a:t>
            </a:fld>
            <a:endParaRPr lang="en-IN"/>
          </a:p>
        </p:txBody>
      </p:sp>
    </p:spTree>
    <p:extLst>
      <p:ext uri="{BB962C8B-B14F-4D97-AF65-F5344CB8AC3E}">
        <p14:creationId xmlns:p14="http://schemas.microsoft.com/office/powerpoint/2010/main" val="42447013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6868D-4545-8927-67B4-99361550669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BB36B90-4897-D920-F46D-4B5A61BD2E9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C4B3883-97BA-68A2-7D7A-3C861B69B185}"/>
              </a:ext>
            </a:extLst>
          </p:cNvPr>
          <p:cNvSpPr>
            <a:spLocks noGrp="1"/>
          </p:cNvSpPr>
          <p:nvPr>
            <p:ph type="dt" sz="half" idx="10"/>
          </p:nvPr>
        </p:nvSpPr>
        <p:spPr/>
        <p:txBody>
          <a:bodyPr/>
          <a:lstStyle/>
          <a:p>
            <a:fld id="{B4ECA39D-4BE3-4210-BA8C-78C6DB0F86F6}" type="datetimeFigureOut">
              <a:rPr lang="en-IN" smtClean="0"/>
              <a:t>04-07-2026</a:t>
            </a:fld>
            <a:endParaRPr lang="en-IN"/>
          </a:p>
        </p:txBody>
      </p:sp>
      <p:sp>
        <p:nvSpPr>
          <p:cNvPr id="5" name="Footer Placeholder 4">
            <a:extLst>
              <a:ext uri="{FF2B5EF4-FFF2-40B4-BE49-F238E27FC236}">
                <a16:creationId xmlns:a16="http://schemas.microsoft.com/office/drawing/2014/main" id="{375DC402-0FF1-E7B5-F1F8-D0874F64DA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649E21-B539-710E-4170-F528B3642DB5}"/>
              </a:ext>
            </a:extLst>
          </p:cNvPr>
          <p:cNvSpPr>
            <a:spLocks noGrp="1"/>
          </p:cNvSpPr>
          <p:nvPr>
            <p:ph type="sldNum" sz="quarter" idx="12"/>
          </p:nvPr>
        </p:nvSpPr>
        <p:spPr/>
        <p:txBody>
          <a:bodyPr/>
          <a:lstStyle/>
          <a:p>
            <a:fld id="{90C2BA4C-B5E6-476D-A894-B83F869005FF}" type="slidenum">
              <a:rPr lang="en-IN" smtClean="0"/>
              <a:t>‹#›</a:t>
            </a:fld>
            <a:endParaRPr lang="en-IN"/>
          </a:p>
        </p:txBody>
      </p:sp>
    </p:spTree>
    <p:extLst>
      <p:ext uri="{BB962C8B-B14F-4D97-AF65-F5344CB8AC3E}">
        <p14:creationId xmlns:p14="http://schemas.microsoft.com/office/powerpoint/2010/main" val="32629311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E4982-DC09-2123-D9F8-04AA1D5BF3A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35AAEA6-C9B7-CA65-0194-A7A1190A66A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804D335-FBB7-FA14-2AC7-7151450E1B2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2A8EAA3-FFDE-291B-3A65-F3886F279385}"/>
              </a:ext>
            </a:extLst>
          </p:cNvPr>
          <p:cNvSpPr>
            <a:spLocks noGrp="1"/>
          </p:cNvSpPr>
          <p:nvPr>
            <p:ph type="dt" sz="half" idx="10"/>
          </p:nvPr>
        </p:nvSpPr>
        <p:spPr/>
        <p:txBody>
          <a:bodyPr/>
          <a:lstStyle/>
          <a:p>
            <a:fld id="{B4ECA39D-4BE3-4210-BA8C-78C6DB0F86F6}" type="datetimeFigureOut">
              <a:rPr lang="en-IN" smtClean="0"/>
              <a:t>04-07-2026</a:t>
            </a:fld>
            <a:endParaRPr lang="en-IN"/>
          </a:p>
        </p:txBody>
      </p:sp>
      <p:sp>
        <p:nvSpPr>
          <p:cNvPr id="6" name="Footer Placeholder 5">
            <a:extLst>
              <a:ext uri="{FF2B5EF4-FFF2-40B4-BE49-F238E27FC236}">
                <a16:creationId xmlns:a16="http://schemas.microsoft.com/office/drawing/2014/main" id="{DBBA9483-FAE2-DEBC-7271-55A7373BDA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9A15B67-2A1E-2A39-89A4-189BAC74688B}"/>
              </a:ext>
            </a:extLst>
          </p:cNvPr>
          <p:cNvSpPr>
            <a:spLocks noGrp="1"/>
          </p:cNvSpPr>
          <p:nvPr>
            <p:ph type="sldNum" sz="quarter" idx="12"/>
          </p:nvPr>
        </p:nvSpPr>
        <p:spPr/>
        <p:txBody>
          <a:bodyPr/>
          <a:lstStyle/>
          <a:p>
            <a:fld id="{90C2BA4C-B5E6-476D-A894-B83F869005FF}" type="slidenum">
              <a:rPr lang="en-IN" smtClean="0"/>
              <a:t>‹#›</a:t>
            </a:fld>
            <a:endParaRPr lang="en-IN"/>
          </a:p>
        </p:txBody>
      </p:sp>
    </p:spTree>
    <p:extLst>
      <p:ext uri="{BB962C8B-B14F-4D97-AF65-F5344CB8AC3E}">
        <p14:creationId xmlns:p14="http://schemas.microsoft.com/office/powerpoint/2010/main" val="1317728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A10F1-5CC3-1D80-E744-3E8B537180B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488B8F8-C969-A41B-6051-2F623B175D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C105E6-AA55-944B-3FA0-CE3F3DE0FE8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902B720-E870-ECCE-6182-678458E17A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644B5-8C2D-2CBB-1817-137E13C7DE7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63A0454-D945-F199-8D75-5C2E97CDC0E8}"/>
              </a:ext>
            </a:extLst>
          </p:cNvPr>
          <p:cNvSpPr>
            <a:spLocks noGrp="1"/>
          </p:cNvSpPr>
          <p:nvPr>
            <p:ph type="dt" sz="half" idx="10"/>
          </p:nvPr>
        </p:nvSpPr>
        <p:spPr/>
        <p:txBody>
          <a:bodyPr/>
          <a:lstStyle/>
          <a:p>
            <a:fld id="{B4ECA39D-4BE3-4210-BA8C-78C6DB0F86F6}" type="datetimeFigureOut">
              <a:rPr lang="en-IN" smtClean="0"/>
              <a:t>04-07-2026</a:t>
            </a:fld>
            <a:endParaRPr lang="en-IN"/>
          </a:p>
        </p:txBody>
      </p:sp>
      <p:sp>
        <p:nvSpPr>
          <p:cNvPr id="8" name="Footer Placeholder 7">
            <a:extLst>
              <a:ext uri="{FF2B5EF4-FFF2-40B4-BE49-F238E27FC236}">
                <a16:creationId xmlns:a16="http://schemas.microsoft.com/office/drawing/2014/main" id="{290C0A22-A2C1-E2D7-A977-B5A5D055691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8400A2B-52AF-43FF-CEBC-8794986092D5}"/>
              </a:ext>
            </a:extLst>
          </p:cNvPr>
          <p:cNvSpPr>
            <a:spLocks noGrp="1"/>
          </p:cNvSpPr>
          <p:nvPr>
            <p:ph type="sldNum" sz="quarter" idx="12"/>
          </p:nvPr>
        </p:nvSpPr>
        <p:spPr/>
        <p:txBody>
          <a:bodyPr/>
          <a:lstStyle/>
          <a:p>
            <a:fld id="{90C2BA4C-B5E6-476D-A894-B83F869005FF}" type="slidenum">
              <a:rPr lang="en-IN" smtClean="0"/>
              <a:t>‹#›</a:t>
            </a:fld>
            <a:endParaRPr lang="en-IN"/>
          </a:p>
        </p:txBody>
      </p:sp>
    </p:spTree>
    <p:extLst>
      <p:ext uri="{BB962C8B-B14F-4D97-AF65-F5344CB8AC3E}">
        <p14:creationId xmlns:p14="http://schemas.microsoft.com/office/powerpoint/2010/main" val="1327743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3462D-B552-2310-3B6D-19855AFEC54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3935499-D676-66F9-5689-A9BEDDB3BC72}"/>
              </a:ext>
            </a:extLst>
          </p:cNvPr>
          <p:cNvSpPr>
            <a:spLocks noGrp="1"/>
          </p:cNvSpPr>
          <p:nvPr>
            <p:ph type="dt" sz="half" idx="10"/>
          </p:nvPr>
        </p:nvSpPr>
        <p:spPr/>
        <p:txBody>
          <a:bodyPr/>
          <a:lstStyle/>
          <a:p>
            <a:fld id="{B4ECA39D-4BE3-4210-BA8C-78C6DB0F86F6}" type="datetimeFigureOut">
              <a:rPr lang="en-IN" smtClean="0"/>
              <a:t>04-07-2026</a:t>
            </a:fld>
            <a:endParaRPr lang="en-IN"/>
          </a:p>
        </p:txBody>
      </p:sp>
      <p:sp>
        <p:nvSpPr>
          <p:cNvPr id="4" name="Footer Placeholder 3">
            <a:extLst>
              <a:ext uri="{FF2B5EF4-FFF2-40B4-BE49-F238E27FC236}">
                <a16:creationId xmlns:a16="http://schemas.microsoft.com/office/drawing/2014/main" id="{DC7B3EBD-7EBF-4A10-B548-D0F455C8BA4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DC24711-8427-4B3E-BFC8-C00A8CEF9CAB}"/>
              </a:ext>
            </a:extLst>
          </p:cNvPr>
          <p:cNvSpPr>
            <a:spLocks noGrp="1"/>
          </p:cNvSpPr>
          <p:nvPr>
            <p:ph type="sldNum" sz="quarter" idx="12"/>
          </p:nvPr>
        </p:nvSpPr>
        <p:spPr/>
        <p:txBody>
          <a:bodyPr/>
          <a:lstStyle/>
          <a:p>
            <a:fld id="{90C2BA4C-B5E6-476D-A894-B83F869005FF}" type="slidenum">
              <a:rPr lang="en-IN" smtClean="0"/>
              <a:t>‹#›</a:t>
            </a:fld>
            <a:endParaRPr lang="en-IN"/>
          </a:p>
        </p:txBody>
      </p:sp>
    </p:spTree>
    <p:extLst>
      <p:ext uri="{BB962C8B-B14F-4D97-AF65-F5344CB8AC3E}">
        <p14:creationId xmlns:p14="http://schemas.microsoft.com/office/powerpoint/2010/main" val="1440953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0D1E6A-6C21-A599-1BDF-8001B759F151}"/>
              </a:ext>
            </a:extLst>
          </p:cNvPr>
          <p:cNvSpPr>
            <a:spLocks noGrp="1"/>
          </p:cNvSpPr>
          <p:nvPr>
            <p:ph type="dt" sz="half" idx="10"/>
          </p:nvPr>
        </p:nvSpPr>
        <p:spPr/>
        <p:txBody>
          <a:bodyPr/>
          <a:lstStyle/>
          <a:p>
            <a:fld id="{B4ECA39D-4BE3-4210-BA8C-78C6DB0F86F6}" type="datetimeFigureOut">
              <a:rPr lang="en-IN" smtClean="0"/>
              <a:t>04-07-2026</a:t>
            </a:fld>
            <a:endParaRPr lang="en-IN"/>
          </a:p>
        </p:txBody>
      </p:sp>
      <p:sp>
        <p:nvSpPr>
          <p:cNvPr id="3" name="Footer Placeholder 2">
            <a:extLst>
              <a:ext uri="{FF2B5EF4-FFF2-40B4-BE49-F238E27FC236}">
                <a16:creationId xmlns:a16="http://schemas.microsoft.com/office/drawing/2014/main" id="{DF74138E-8135-499A-7617-B4387197654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0DEBFD5-A4BF-3038-C514-D4B3022E7598}"/>
              </a:ext>
            </a:extLst>
          </p:cNvPr>
          <p:cNvSpPr>
            <a:spLocks noGrp="1"/>
          </p:cNvSpPr>
          <p:nvPr>
            <p:ph type="sldNum" sz="quarter" idx="12"/>
          </p:nvPr>
        </p:nvSpPr>
        <p:spPr/>
        <p:txBody>
          <a:bodyPr/>
          <a:lstStyle/>
          <a:p>
            <a:fld id="{90C2BA4C-B5E6-476D-A894-B83F869005FF}" type="slidenum">
              <a:rPr lang="en-IN" smtClean="0"/>
              <a:t>‹#›</a:t>
            </a:fld>
            <a:endParaRPr lang="en-IN"/>
          </a:p>
        </p:txBody>
      </p:sp>
    </p:spTree>
    <p:extLst>
      <p:ext uri="{BB962C8B-B14F-4D97-AF65-F5344CB8AC3E}">
        <p14:creationId xmlns:p14="http://schemas.microsoft.com/office/powerpoint/2010/main" val="3805816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20FB8-8AA0-899B-7267-ABC86023E0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0E96F91-5BC3-0E18-664D-76F4339062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676677B-919B-0B99-E3CE-E76C031E4A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FE8EC4-CF57-AA43-9D71-188CEDE49F7C}"/>
              </a:ext>
            </a:extLst>
          </p:cNvPr>
          <p:cNvSpPr>
            <a:spLocks noGrp="1"/>
          </p:cNvSpPr>
          <p:nvPr>
            <p:ph type="dt" sz="half" idx="10"/>
          </p:nvPr>
        </p:nvSpPr>
        <p:spPr/>
        <p:txBody>
          <a:bodyPr/>
          <a:lstStyle/>
          <a:p>
            <a:fld id="{B4ECA39D-4BE3-4210-BA8C-78C6DB0F86F6}" type="datetimeFigureOut">
              <a:rPr lang="en-IN" smtClean="0"/>
              <a:t>04-07-2026</a:t>
            </a:fld>
            <a:endParaRPr lang="en-IN"/>
          </a:p>
        </p:txBody>
      </p:sp>
      <p:sp>
        <p:nvSpPr>
          <p:cNvPr id="6" name="Footer Placeholder 5">
            <a:extLst>
              <a:ext uri="{FF2B5EF4-FFF2-40B4-BE49-F238E27FC236}">
                <a16:creationId xmlns:a16="http://schemas.microsoft.com/office/drawing/2014/main" id="{893D7ED2-6821-B041-765D-D4112DB7600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CD3FC9D-076F-CBCF-3062-B05218AFAD2A}"/>
              </a:ext>
            </a:extLst>
          </p:cNvPr>
          <p:cNvSpPr>
            <a:spLocks noGrp="1"/>
          </p:cNvSpPr>
          <p:nvPr>
            <p:ph type="sldNum" sz="quarter" idx="12"/>
          </p:nvPr>
        </p:nvSpPr>
        <p:spPr/>
        <p:txBody>
          <a:bodyPr/>
          <a:lstStyle/>
          <a:p>
            <a:fld id="{90C2BA4C-B5E6-476D-A894-B83F869005FF}" type="slidenum">
              <a:rPr lang="en-IN" smtClean="0"/>
              <a:t>‹#›</a:t>
            </a:fld>
            <a:endParaRPr lang="en-IN"/>
          </a:p>
        </p:txBody>
      </p:sp>
    </p:spTree>
    <p:extLst>
      <p:ext uri="{BB962C8B-B14F-4D97-AF65-F5344CB8AC3E}">
        <p14:creationId xmlns:p14="http://schemas.microsoft.com/office/powerpoint/2010/main" val="2643238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0FD68-4A9E-0C10-E387-0043C164B6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F22E80E-BAD3-4B48-8D0B-0F4D8508D5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3704679-74D5-E8CA-C85C-55F7BADC4D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F5EAB8-3E22-4CC4-4A08-E42424594ACE}"/>
              </a:ext>
            </a:extLst>
          </p:cNvPr>
          <p:cNvSpPr>
            <a:spLocks noGrp="1"/>
          </p:cNvSpPr>
          <p:nvPr>
            <p:ph type="dt" sz="half" idx="10"/>
          </p:nvPr>
        </p:nvSpPr>
        <p:spPr/>
        <p:txBody>
          <a:bodyPr/>
          <a:lstStyle/>
          <a:p>
            <a:fld id="{B4ECA39D-4BE3-4210-BA8C-78C6DB0F86F6}" type="datetimeFigureOut">
              <a:rPr lang="en-IN" smtClean="0"/>
              <a:t>04-07-2026</a:t>
            </a:fld>
            <a:endParaRPr lang="en-IN"/>
          </a:p>
        </p:txBody>
      </p:sp>
      <p:sp>
        <p:nvSpPr>
          <p:cNvPr id="6" name="Footer Placeholder 5">
            <a:extLst>
              <a:ext uri="{FF2B5EF4-FFF2-40B4-BE49-F238E27FC236}">
                <a16:creationId xmlns:a16="http://schemas.microsoft.com/office/drawing/2014/main" id="{0C0A612E-FB7A-52E3-6FFD-50BFEAEFF9F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AF5DF00-D613-2098-69F4-AF96B94F1060}"/>
              </a:ext>
            </a:extLst>
          </p:cNvPr>
          <p:cNvSpPr>
            <a:spLocks noGrp="1"/>
          </p:cNvSpPr>
          <p:nvPr>
            <p:ph type="sldNum" sz="quarter" idx="12"/>
          </p:nvPr>
        </p:nvSpPr>
        <p:spPr/>
        <p:txBody>
          <a:bodyPr/>
          <a:lstStyle/>
          <a:p>
            <a:fld id="{90C2BA4C-B5E6-476D-A894-B83F869005FF}" type="slidenum">
              <a:rPr lang="en-IN" smtClean="0"/>
              <a:t>‹#›</a:t>
            </a:fld>
            <a:endParaRPr lang="en-IN"/>
          </a:p>
        </p:txBody>
      </p:sp>
    </p:spTree>
    <p:extLst>
      <p:ext uri="{BB962C8B-B14F-4D97-AF65-F5344CB8AC3E}">
        <p14:creationId xmlns:p14="http://schemas.microsoft.com/office/powerpoint/2010/main" val="4216913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0D5AF-6BD1-9FB2-360E-F4719C5B412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874016D-D4B6-A177-FD04-C58DCEC5DD8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40ED203-2178-8D97-A06E-433488551141}"/>
              </a:ext>
            </a:extLst>
          </p:cNvPr>
          <p:cNvSpPr>
            <a:spLocks noGrp="1"/>
          </p:cNvSpPr>
          <p:nvPr>
            <p:ph type="dt" sz="half" idx="10"/>
          </p:nvPr>
        </p:nvSpPr>
        <p:spPr/>
        <p:txBody>
          <a:bodyPr/>
          <a:lstStyle/>
          <a:p>
            <a:fld id="{B4ECA39D-4BE3-4210-BA8C-78C6DB0F86F6}" type="datetimeFigureOut">
              <a:rPr lang="en-IN" smtClean="0"/>
              <a:t>04-07-2026</a:t>
            </a:fld>
            <a:endParaRPr lang="en-IN"/>
          </a:p>
        </p:txBody>
      </p:sp>
      <p:sp>
        <p:nvSpPr>
          <p:cNvPr id="5" name="Footer Placeholder 4">
            <a:extLst>
              <a:ext uri="{FF2B5EF4-FFF2-40B4-BE49-F238E27FC236}">
                <a16:creationId xmlns:a16="http://schemas.microsoft.com/office/drawing/2014/main" id="{89E68469-BC44-B468-3D8E-A1066FCE4A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A7A71C-F829-F8F4-0EE4-91009B1EDDD9}"/>
              </a:ext>
            </a:extLst>
          </p:cNvPr>
          <p:cNvSpPr>
            <a:spLocks noGrp="1"/>
          </p:cNvSpPr>
          <p:nvPr>
            <p:ph type="sldNum" sz="quarter" idx="12"/>
          </p:nvPr>
        </p:nvSpPr>
        <p:spPr/>
        <p:txBody>
          <a:bodyPr/>
          <a:lstStyle/>
          <a:p>
            <a:fld id="{90C2BA4C-B5E6-476D-A894-B83F869005FF}" type="slidenum">
              <a:rPr lang="en-IN" smtClean="0"/>
              <a:t>‹#›</a:t>
            </a:fld>
            <a:endParaRPr lang="en-IN"/>
          </a:p>
        </p:txBody>
      </p:sp>
    </p:spTree>
    <p:extLst>
      <p:ext uri="{BB962C8B-B14F-4D97-AF65-F5344CB8AC3E}">
        <p14:creationId xmlns:p14="http://schemas.microsoft.com/office/powerpoint/2010/main" val="2201241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17A907-2235-B2CF-119E-B869F0B0F4F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309D5CA-B8BD-227B-FEF8-7C632648BD5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425158-2AD4-C6DB-9671-60B46E0F6AAB}"/>
              </a:ext>
            </a:extLst>
          </p:cNvPr>
          <p:cNvSpPr>
            <a:spLocks noGrp="1"/>
          </p:cNvSpPr>
          <p:nvPr>
            <p:ph type="dt" sz="half" idx="10"/>
          </p:nvPr>
        </p:nvSpPr>
        <p:spPr/>
        <p:txBody>
          <a:bodyPr/>
          <a:lstStyle/>
          <a:p>
            <a:fld id="{B4ECA39D-4BE3-4210-BA8C-78C6DB0F86F6}" type="datetimeFigureOut">
              <a:rPr lang="en-IN" smtClean="0"/>
              <a:t>04-07-2026</a:t>
            </a:fld>
            <a:endParaRPr lang="en-IN"/>
          </a:p>
        </p:txBody>
      </p:sp>
      <p:sp>
        <p:nvSpPr>
          <p:cNvPr id="5" name="Footer Placeholder 4">
            <a:extLst>
              <a:ext uri="{FF2B5EF4-FFF2-40B4-BE49-F238E27FC236}">
                <a16:creationId xmlns:a16="http://schemas.microsoft.com/office/drawing/2014/main" id="{EF0B49EC-3C20-37B1-4B33-221A3A74CA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DDC08E-5D9F-7DDC-0994-0DA1B360BEDD}"/>
              </a:ext>
            </a:extLst>
          </p:cNvPr>
          <p:cNvSpPr>
            <a:spLocks noGrp="1"/>
          </p:cNvSpPr>
          <p:nvPr>
            <p:ph type="sldNum" sz="quarter" idx="12"/>
          </p:nvPr>
        </p:nvSpPr>
        <p:spPr/>
        <p:txBody>
          <a:bodyPr/>
          <a:lstStyle/>
          <a:p>
            <a:fld id="{90C2BA4C-B5E6-476D-A894-B83F869005FF}" type="slidenum">
              <a:rPr lang="en-IN" smtClean="0"/>
              <a:t>‹#›</a:t>
            </a:fld>
            <a:endParaRPr lang="en-IN"/>
          </a:p>
        </p:txBody>
      </p:sp>
    </p:spTree>
    <p:extLst>
      <p:ext uri="{BB962C8B-B14F-4D97-AF65-F5344CB8AC3E}">
        <p14:creationId xmlns:p14="http://schemas.microsoft.com/office/powerpoint/2010/main" val="1561008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C35753-8F37-EBA9-6F8D-F58519E4F9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A68F507-3BA4-A82D-7A70-8AEDF4FB5E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6FF98A-4213-72FA-D365-D5C2B86081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ECA39D-4BE3-4210-BA8C-78C6DB0F86F6}" type="datetimeFigureOut">
              <a:rPr lang="en-IN" smtClean="0"/>
              <a:t>04-07-2026</a:t>
            </a:fld>
            <a:endParaRPr lang="en-IN"/>
          </a:p>
        </p:txBody>
      </p:sp>
      <p:sp>
        <p:nvSpPr>
          <p:cNvPr id="5" name="Footer Placeholder 4">
            <a:extLst>
              <a:ext uri="{FF2B5EF4-FFF2-40B4-BE49-F238E27FC236}">
                <a16:creationId xmlns:a16="http://schemas.microsoft.com/office/drawing/2014/main" id="{5F89C778-0FFA-7789-0DD7-69FD633F67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C74B110-C9E8-5D25-BF71-5B624F7375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C2BA4C-B5E6-476D-A894-B83F869005FF}" type="slidenum">
              <a:rPr lang="en-IN" smtClean="0"/>
              <a:t>‹#›</a:t>
            </a:fld>
            <a:endParaRPr lang="en-IN"/>
          </a:p>
        </p:txBody>
      </p:sp>
    </p:spTree>
    <p:extLst>
      <p:ext uri="{BB962C8B-B14F-4D97-AF65-F5344CB8AC3E}">
        <p14:creationId xmlns:p14="http://schemas.microsoft.com/office/powerpoint/2010/main" val="2155680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7244B-BACD-111C-1F47-E185EE39EAA6}"/>
              </a:ext>
            </a:extLst>
          </p:cNvPr>
          <p:cNvSpPr>
            <a:spLocks noGrp="1"/>
          </p:cNvSpPr>
          <p:nvPr>
            <p:ph type="ctrTitle"/>
          </p:nvPr>
        </p:nvSpPr>
        <p:spPr>
          <a:xfrm>
            <a:off x="580103" y="324465"/>
            <a:ext cx="10825316" cy="1868129"/>
          </a:xfrm>
        </p:spPr>
        <p:txBody>
          <a:bodyPr/>
          <a:lstStyle/>
          <a:p>
            <a:r>
              <a:rPr lang="en-IN" b="1" dirty="0">
                <a:solidFill>
                  <a:srgbClr val="7030A0"/>
                </a:solidFill>
              </a:rPr>
              <a:t>Weather Pattern Analysis Using Power BI</a:t>
            </a:r>
          </a:p>
        </p:txBody>
      </p:sp>
      <p:sp>
        <p:nvSpPr>
          <p:cNvPr id="3" name="Subtitle 2">
            <a:extLst>
              <a:ext uri="{FF2B5EF4-FFF2-40B4-BE49-F238E27FC236}">
                <a16:creationId xmlns:a16="http://schemas.microsoft.com/office/drawing/2014/main" id="{9177294F-05DB-2470-E08A-FA292ABC1315}"/>
              </a:ext>
            </a:extLst>
          </p:cNvPr>
          <p:cNvSpPr>
            <a:spLocks noGrp="1"/>
          </p:cNvSpPr>
          <p:nvPr>
            <p:ph type="subTitle" idx="1"/>
          </p:nvPr>
        </p:nvSpPr>
        <p:spPr>
          <a:xfrm>
            <a:off x="1524000" y="2474843"/>
            <a:ext cx="9144000" cy="4058692"/>
          </a:xfrm>
        </p:spPr>
        <p:txBody>
          <a:bodyPr>
            <a:noAutofit/>
          </a:bodyPr>
          <a:lstStyle/>
          <a:p>
            <a:r>
              <a:rPr lang="en-US" sz="3200" b="1" dirty="0"/>
              <a:t>Submitted By: Rashi Bansal</a:t>
            </a:r>
          </a:p>
          <a:p>
            <a:endParaRPr lang="en-US" sz="3200" dirty="0"/>
          </a:p>
          <a:p>
            <a:r>
              <a:rPr lang="en-US" sz="3200" b="1" dirty="0"/>
              <a:t>Roll Number: 2420422</a:t>
            </a:r>
          </a:p>
          <a:p>
            <a:endParaRPr lang="en-US" sz="3200" b="1" dirty="0"/>
          </a:p>
          <a:p>
            <a:r>
              <a:rPr lang="en-US" sz="3200" b="1" dirty="0"/>
              <a:t>Course: BTech CSE (Data Science)</a:t>
            </a:r>
          </a:p>
          <a:p>
            <a:endParaRPr lang="en-US" sz="3200" dirty="0"/>
          </a:p>
        </p:txBody>
      </p:sp>
      <p:pic>
        <p:nvPicPr>
          <p:cNvPr id="5" name="Picture 4">
            <a:extLst>
              <a:ext uri="{FF2B5EF4-FFF2-40B4-BE49-F238E27FC236}">
                <a16:creationId xmlns:a16="http://schemas.microsoft.com/office/drawing/2014/main" id="{4976A1A3-8045-367F-91A3-19951D0A83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08558" y="1507109"/>
            <a:ext cx="3083442" cy="2772811"/>
          </a:xfrm>
          <a:prstGeom prst="rect">
            <a:avLst/>
          </a:prstGeom>
        </p:spPr>
      </p:pic>
      <p:pic>
        <p:nvPicPr>
          <p:cNvPr id="7" name="Picture 6">
            <a:extLst>
              <a:ext uri="{FF2B5EF4-FFF2-40B4-BE49-F238E27FC236}">
                <a16:creationId xmlns:a16="http://schemas.microsoft.com/office/drawing/2014/main" id="{19675ECA-E3A2-DBAD-B62A-EFAC9A89BB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833029"/>
            <a:ext cx="3189767" cy="3024971"/>
          </a:xfrm>
          <a:prstGeom prst="rect">
            <a:avLst/>
          </a:prstGeom>
        </p:spPr>
      </p:pic>
    </p:spTree>
    <p:extLst>
      <p:ext uri="{BB962C8B-B14F-4D97-AF65-F5344CB8AC3E}">
        <p14:creationId xmlns:p14="http://schemas.microsoft.com/office/powerpoint/2010/main" val="33894218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92D05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3FE3B-99C3-6102-03B5-3BE0B084FA4A}"/>
              </a:ext>
            </a:extLst>
          </p:cNvPr>
          <p:cNvSpPr>
            <a:spLocks noGrp="1"/>
          </p:cNvSpPr>
          <p:nvPr>
            <p:ph type="title"/>
          </p:nvPr>
        </p:nvSpPr>
        <p:spPr>
          <a:xfrm>
            <a:off x="838200" y="127591"/>
            <a:ext cx="10515600" cy="1158949"/>
          </a:xfrm>
        </p:spPr>
        <p:txBody>
          <a:bodyPr>
            <a:normAutofit/>
          </a:bodyPr>
          <a:lstStyle/>
          <a:p>
            <a:pPr algn="ctr"/>
            <a:r>
              <a:rPr lang="en-IN" sz="6000" b="1" dirty="0">
                <a:solidFill>
                  <a:schemeClr val="accent1">
                    <a:lumMod val="50000"/>
                  </a:schemeClr>
                </a:solidFill>
              </a:rPr>
              <a:t>Project Overview</a:t>
            </a:r>
          </a:p>
        </p:txBody>
      </p:sp>
      <p:sp>
        <p:nvSpPr>
          <p:cNvPr id="3" name="Content Placeholder 2">
            <a:extLst>
              <a:ext uri="{FF2B5EF4-FFF2-40B4-BE49-F238E27FC236}">
                <a16:creationId xmlns:a16="http://schemas.microsoft.com/office/drawing/2014/main" id="{EA3909A7-1645-8B60-7CD7-F67F6823991F}"/>
              </a:ext>
            </a:extLst>
          </p:cNvPr>
          <p:cNvSpPr>
            <a:spLocks noGrp="1"/>
          </p:cNvSpPr>
          <p:nvPr>
            <p:ph idx="1"/>
          </p:nvPr>
        </p:nvSpPr>
        <p:spPr>
          <a:xfrm>
            <a:off x="838200" y="1111045"/>
            <a:ext cx="10676860" cy="5065918"/>
          </a:xfrm>
        </p:spPr>
        <p:txBody>
          <a:bodyPr>
            <a:normAutofit/>
          </a:bodyPr>
          <a:lstStyle/>
          <a:p>
            <a:r>
              <a:rPr lang="en-IN" sz="3200" b="1" dirty="0">
                <a:solidFill>
                  <a:schemeClr val="accent1">
                    <a:lumMod val="75000"/>
                  </a:schemeClr>
                </a:solidFill>
              </a:rPr>
              <a:t>Project Description</a:t>
            </a:r>
          </a:p>
          <a:p>
            <a:pPr marL="0" indent="0">
              <a:buNone/>
            </a:pPr>
            <a:r>
              <a:rPr lang="en-IN" sz="2000" dirty="0"/>
              <a:t>The </a:t>
            </a:r>
            <a:r>
              <a:rPr lang="en-IN" sz="2000" b="1" dirty="0"/>
              <a:t>Weather Pattern Analysis using Power BI</a:t>
            </a:r>
            <a:r>
              <a:rPr lang="en-IN" sz="2000" dirty="0"/>
              <a:t> project aims to analyse historical weather data from multiple Indian cities between </a:t>
            </a:r>
            <a:r>
              <a:rPr lang="en-IN" sz="2000" b="1" dirty="0"/>
              <a:t>2024 and 2026</a:t>
            </a:r>
            <a:r>
              <a:rPr lang="en-IN" sz="2000" dirty="0"/>
              <a:t>. The project focuses on identifying trends in temperature, rainfall, seasonal variations, and extreme weather conditions. Interactive dashboards were developed in Power BI to transform raw weather data into meaningful insights for better understanding and decision-making.</a:t>
            </a:r>
          </a:p>
          <a:p>
            <a:r>
              <a:rPr lang="en-IN" sz="3200" b="1" dirty="0">
                <a:solidFill>
                  <a:schemeClr val="accent1">
                    <a:lumMod val="75000"/>
                  </a:schemeClr>
                </a:solidFill>
              </a:rPr>
              <a:t>Objectives</a:t>
            </a:r>
            <a:endParaRPr lang="en-IN" sz="1800" b="1" dirty="0">
              <a:solidFill>
                <a:schemeClr val="accent1">
                  <a:lumMod val="75000"/>
                </a:schemeClr>
              </a:solidFill>
            </a:endParaRPr>
          </a:p>
          <a:p>
            <a:pPr marL="0" indent="0">
              <a:buNone/>
            </a:pPr>
            <a:r>
              <a:rPr lang="en-IN" sz="1800" dirty="0"/>
              <a:t>• Analyse temperature variations across cities and seasons.</a:t>
            </a:r>
          </a:p>
          <a:p>
            <a:pPr marL="0" indent="0">
              <a:buNone/>
            </a:pPr>
            <a:r>
              <a:rPr lang="en-IN" sz="1800" dirty="0"/>
              <a:t>• Study rainfall distribution and seasonal rainfall patterns.</a:t>
            </a:r>
          </a:p>
          <a:p>
            <a:pPr marL="0" indent="0">
              <a:buNone/>
            </a:pPr>
            <a:r>
              <a:rPr lang="en-IN" sz="1800" dirty="0"/>
              <a:t>• Identify cities experiencing extreme weather conditions.</a:t>
            </a:r>
          </a:p>
          <a:p>
            <a:pPr marL="0" indent="0">
              <a:buNone/>
            </a:pPr>
            <a:r>
              <a:rPr lang="en-IN" sz="1800" dirty="0"/>
              <a:t>• Compare weather trends from 2024 to 2026.</a:t>
            </a:r>
          </a:p>
          <a:p>
            <a:pPr marL="0" indent="0">
              <a:buNone/>
            </a:pPr>
            <a:r>
              <a:rPr lang="en-IN" sz="1800" dirty="0"/>
              <a:t>• Summarize key weather insights using interactive dashboards.</a:t>
            </a:r>
          </a:p>
          <a:p>
            <a:pPr>
              <a:buFont typeface="Wingdings" panose="05000000000000000000" pitchFamily="2" charset="2"/>
              <a:buChar char="§"/>
            </a:pPr>
            <a:endParaRPr lang="en-IN" sz="3200" b="1" dirty="0">
              <a:solidFill>
                <a:schemeClr val="accent1">
                  <a:lumMod val="75000"/>
                </a:schemeClr>
              </a:solidFill>
            </a:endParaRPr>
          </a:p>
        </p:txBody>
      </p:sp>
      <p:sp>
        <p:nvSpPr>
          <p:cNvPr id="4" name="Rectangle: Rounded Corners 3">
            <a:extLst>
              <a:ext uri="{FF2B5EF4-FFF2-40B4-BE49-F238E27FC236}">
                <a16:creationId xmlns:a16="http://schemas.microsoft.com/office/drawing/2014/main" id="{6B0D2F8D-00A2-5EF0-4D8F-89C965E25191}"/>
              </a:ext>
            </a:extLst>
          </p:cNvPr>
          <p:cNvSpPr/>
          <p:nvPr/>
        </p:nvSpPr>
        <p:spPr>
          <a:xfrm>
            <a:off x="6912077" y="3067665"/>
            <a:ext cx="4611329" cy="33921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lgn="ctr">
              <a:buFont typeface="Arial" panose="020B0604020202020204" pitchFamily="34" charset="0"/>
              <a:buChar char="•"/>
            </a:pPr>
            <a:endParaRPr lang="en-IN" dirty="0"/>
          </a:p>
        </p:txBody>
      </p:sp>
      <p:sp>
        <p:nvSpPr>
          <p:cNvPr id="5" name="TextBox 4">
            <a:extLst>
              <a:ext uri="{FF2B5EF4-FFF2-40B4-BE49-F238E27FC236}">
                <a16:creationId xmlns:a16="http://schemas.microsoft.com/office/drawing/2014/main" id="{05D48B99-1E8D-CC77-5636-A442E885A2C4}"/>
              </a:ext>
            </a:extLst>
          </p:cNvPr>
          <p:cNvSpPr txBox="1"/>
          <p:nvPr/>
        </p:nvSpPr>
        <p:spPr>
          <a:xfrm>
            <a:off x="7280786" y="3177753"/>
            <a:ext cx="3873909" cy="4216539"/>
          </a:xfrm>
          <a:prstGeom prst="rect">
            <a:avLst/>
          </a:prstGeom>
          <a:noFill/>
        </p:spPr>
        <p:txBody>
          <a:bodyPr wrap="square" rtlCol="0">
            <a:spAutoFit/>
          </a:bodyPr>
          <a:lstStyle/>
          <a:p>
            <a:pPr marL="285750" indent="-285750">
              <a:buFont typeface="Arial" panose="020B0604020202020204" pitchFamily="34" charset="0"/>
              <a:buChar char="•"/>
            </a:pPr>
            <a:r>
              <a:rPr lang="en-IN" sz="2400" b="1" dirty="0">
                <a:solidFill>
                  <a:schemeClr val="accent2">
                    <a:lumMod val="50000"/>
                  </a:schemeClr>
                </a:solidFill>
              </a:rPr>
              <a:t>Tools &amp; Technologies Used</a:t>
            </a:r>
          </a:p>
          <a:p>
            <a:pPr marL="342900" indent="-342900">
              <a:buFont typeface="Arial" panose="020B0604020202020204" pitchFamily="34" charset="0"/>
              <a:buChar char="•"/>
            </a:pPr>
            <a:r>
              <a:rPr lang="en-IN" sz="2000" dirty="0"/>
              <a:t>Microsoft Power BI</a:t>
            </a:r>
          </a:p>
          <a:p>
            <a:pPr marL="342900" indent="-342900">
              <a:buFont typeface="Arial" panose="020B0604020202020204" pitchFamily="34" charset="0"/>
              <a:buChar char="•"/>
            </a:pPr>
            <a:r>
              <a:rPr lang="en-IN" sz="2000" dirty="0"/>
              <a:t> Microsoft Excel (Dataset) </a:t>
            </a:r>
          </a:p>
          <a:p>
            <a:pPr marL="342900" indent="-342900">
              <a:buFont typeface="Arial" panose="020B0604020202020204" pitchFamily="34" charset="0"/>
              <a:buChar char="•"/>
            </a:pPr>
            <a:r>
              <a:rPr lang="en-IN" sz="2000" dirty="0"/>
              <a:t>Power Query (Data Cleaning) </a:t>
            </a:r>
          </a:p>
          <a:p>
            <a:pPr marL="342900" indent="-342900">
              <a:buFont typeface="Arial" panose="020B0604020202020204" pitchFamily="34" charset="0"/>
              <a:buChar char="•"/>
            </a:pPr>
            <a:r>
              <a:rPr lang="en-IN" sz="2000" dirty="0"/>
              <a:t>DAX Measures </a:t>
            </a:r>
          </a:p>
          <a:p>
            <a:pPr marL="342900" indent="-342900">
              <a:buFont typeface="Arial" panose="020B0604020202020204" pitchFamily="34" charset="0"/>
              <a:buChar char="•"/>
            </a:pPr>
            <a:r>
              <a:rPr lang="en-IN" sz="2000" dirty="0"/>
              <a:t>Data Visualization</a:t>
            </a:r>
            <a:endParaRPr lang="en-IN" sz="2000" b="1" dirty="0">
              <a:solidFill>
                <a:schemeClr val="accent2">
                  <a:lumMod val="50000"/>
                </a:schemeClr>
              </a:solidFill>
            </a:endParaRPr>
          </a:p>
          <a:p>
            <a:pPr marL="285750" indent="-285750">
              <a:buFont typeface="Arial" panose="020B0604020202020204" pitchFamily="34" charset="0"/>
              <a:buChar char="•"/>
            </a:pPr>
            <a:endParaRPr lang="en-IN" sz="2400" b="1" dirty="0">
              <a:solidFill>
                <a:schemeClr val="accent2">
                  <a:lumMod val="50000"/>
                </a:schemeClr>
              </a:solidFill>
            </a:endParaRPr>
          </a:p>
          <a:p>
            <a:pPr marL="285750" indent="-285750">
              <a:buFont typeface="Arial" panose="020B0604020202020204" pitchFamily="34" charset="0"/>
              <a:buChar char="•"/>
            </a:pPr>
            <a:endParaRPr lang="en-IN" sz="2400" b="1" dirty="0">
              <a:solidFill>
                <a:schemeClr val="accent2">
                  <a:lumMod val="50000"/>
                </a:schemeClr>
              </a:solidFill>
            </a:endParaRPr>
          </a:p>
          <a:p>
            <a:pPr marL="285750" indent="-285750">
              <a:buFont typeface="Arial" panose="020B0604020202020204" pitchFamily="34" charset="0"/>
              <a:buChar char="•"/>
            </a:pPr>
            <a:endParaRPr lang="en-IN" sz="2400" b="1" dirty="0">
              <a:solidFill>
                <a:schemeClr val="accent2">
                  <a:lumMod val="50000"/>
                </a:schemeClr>
              </a:solidFill>
            </a:endParaRPr>
          </a:p>
          <a:p>
            <a:pPr marL="285750" indent="-285750">
              <a:buFont typeface="Arial" panose="020B0604020202020204" pitchFamily="34" charset="0"/>
              <a:buChar char="•"/>
            </a:pPr>
            <a:endParaRPr lang="en-IN" sz="2400" b="1" dirty="0">
              <a:solidFill>
                <a:schemeClr val="accent2">
                  <a:lumMod val="50000"/>
                </a:schemeClr>
              </a:solidFill>
            </a:endParaRPr>
          </a:p>
          <a:p>
            <a:pPr marL="285750" indent="-285750">
              <a:buFont typeface="Arial" panose="020B0604020202020204" pitchFamily="34" charset="0"/>
              <a:buChar char="•"/>
            </a:pPr>
            <a:endParaRPr lang="en-IN" sz="2400" b="1" dirty="0">
              <a:solidFill>
                <a:schemeClr val="accent2">
                  <a:lumMod val="50000"/>
                </a:schemeClr>
              </a:solidFill>
            </a:endParaRPr>
          </a:p>
          <a:p>
            <a:pPr marL="285750" indent="-285750">
              <a:buFont typeface="Arial" panose="020B0604020202020204" pitchFamily="34" charset="0"/>
              <a:buChar char="•"/>
            </a:pPr>
            <a:endParaRPr lang="en-IN" sz="2400" b="1" dirty="0">
              <a:solidFill>
                <a:schemeClr val="accent2">
                  <a:lumMod val="50000"/>
                </a:schemeClr>
              </a:solidFill>
            </a:endParaRPr>
          </a:p>
        </p:txBody>
      </p:sp>
    </p:spTree>
    <p:extLst>
      <p:ext uri="{BB962C8B-B14F-4D97-AF65-F5344CB8AC3E}">
        <p14:creationId xmlns:p14="http://schemas.microsoft.com/office/powerpoint/2010/main" val="6102890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BA093-33EE-B645-E418-9A8F43A25C61}"/>
              </a:ext>
            </a:extLst>
          </p:cNvPr>
          <p:cNvSpPr>
            <a:spLocks noGrp="1"/>
          </p:cNvSpPr>
          <p:nvPr>
            <p:ph type="title"/>
          </p:nvPr>
        </p:nvSpPr>
        <p:spPr>
          <a:xfrm>
            <a:off x="2271252" y="365126"/>
            <a:ext cx="6145161" cy="726255"/>
          </a:xfrm>
        </p:spPr>
        <p:txBody>
          <a:bodyPr>
            <a:normAutofit/>
          </a:bodyPr>
          <a:lstStyle/>
          <a:p>
            <a:pPr algn="ctr"/>
            <a:r>
              <a:rPr lang="en-IN" sz="3600" b="1" dirty="0">
                <a:solidFill>
                  <a:schemeClr val="tx2">
                    <a:lumMod val="50000"/>
                  </a:schemeClr>
                </a:solidFill>
              </a:rPr>
              <a:t>Dataset Overview</a:t>
            </a:r>
          </a:p>
        </p:txBody>
      </p:sp>
      <p:sp>
        <p:nvSpPr>
          <p:cNvPr id="3" name="Content Placeholder 2">
            <a:extLst>
              <a:ext uri="{FF2B5EF4-FFF2-40B4-BE49-F238E27FC236}">
                <a16:creationId xmlns:a16="http://schemas.microsoft.com/office/drawing/2014/main" id="{1ACC7538-1703-8779-D9BA-D97BB77C7E78}"/>
              </a:ext>
            </a:extLst>
          </p:cNvPr>
          <p:cNvSpPr>
            <a:spLocks noGrp="1"/>
          </p:cNvSpPr>
          <p:nvPr>
            <p:ph idx="1"/>
          </p:nvPr>
        </p:nvSpPr>
        <p:spPr>
          <a:xfrm>
            <a:off x="838200" y="1091381"/>
            <a:ext cx="10515600" cy="5498262"/>
          </a:xfrm>
        </p:spPr>
        <p:txBody>
          <a:bodyPr>
            <a:normAutofit/>
          </a:bodyPr>
          <a:lstStyle/>
          <a:p>
            <a:r>
              <a:rPr lang="en-IN" b="1" dirty="0">
                <a:solidFill>
                  <a:schemeClr val="bg2">
                    <a:lumMod val="10000"/>
                  </a:schemeClr>
                </a:solidFill>
              </a:rPr>
              <a:t>Dataset Description</a:t>
            </a:r>
          </a:p>
          <a:p>
            <a:pPr marL="0" indent="0">
              <a:buNone/>
            </a:pPr>
            <a:r>
              <a:rPr lang="en-IN" sz="2000" dirty="0">
                <a:solidFill>
                  <a:schemeClr val="accent1">
                    <a:lumMod val="75000"/>
                  </a:schemeClr>
                </a:solidFill>
              </a:rPr>
              <a:t>The dataset contains historical weather observations collected from </a:t>
            </a:r>
            <a:r>
              <a:rPr lang="en-IN" sz="2000" b="1" dirty="0">
                <a:solidFill>
                  <a:schemeClr val="accent1">
                    <a:lumMod val="75000"/>
                  </a:schemeClr>
                </a:solidFill>
              </a:rPr>
              <a:t>10 major Indian cities</a:t>
            </a:r>
            <a:r>
              <a:rPr lang="en-IN" sz="2000" dirty="0">
                <a:solidFill>
                  <a:schemeClr val="accent1">
                    <a:lumMod val="75000"/>
                  </a:schemeClr>
                </a:solidFill>
              </a:rPr>
              <a:t> between </a:t>
            </a:r>
            <a:r>
              <a:rPr lang="en-IN" sz="2000" b="1" dirty="0">
                <a:solidFill>
                  <a:schemeClr val="accent1">
                    <a:lumMod val="75000"/>
                  </a:schemeClr>
                </a:solidFill>
              </a:rPr>
              <a:t>2024 and 2026</a:t>
            </a:r>
            <a:r>
              <a:rPr lang="en-IN" sz="2000" dirty="0">
                <a:solidFill>
                  <a:schemeClr val="accent1">
                    <a:lumMod val="75000"/>
                  </a:schemeClr>
                </a:solidFill>
              </a:rPr>
              <a:t>. It includes information on temperature, rainfall, seasons, dates, and weather conditions. The data was cleaned using </a:t>
            </a:r>
            <a:r>
              <a:rPr lang="en-IN" sz="2000" b="1" dirty="0">
                <a:solidFill>
                  <a:schemeClr val="accent1">
                    <a:lumMod val="75000"/>
                  </a:schemeClr>
                </a:solidFill>
              </a:rPr>
              <a:t>Power Query</a:t>
            </a:r>
            <a:r>
              <a:rPr lang="en-IN" sz="2000" dirty="0">
                <a:solidFill>
                  <a:schemeClr val="accent1">
                    <a:lumMod val="75000"/>
                  </a:schemeClr>
                </a:solidFill>
              </a:rPr>
              <a:t> before creating interactive dashboards in </a:t>
            </a:r>
            <a:r>
              <a:rPr lang="en-IN" sz="2000" b="1" dirty="0">
                <a:solidFill>
                  <a:schemeClr val="accent1">
                    <a:lumMod val="75000"/>
                  </a:schemeClr>
                </a:solidFill>
              </a:rPr>
              <a:t>Power BI</a:t>
            </a:r>
            <a:r>
              <a:rPr lang="en-IN" sz="2000" dirty="0">
                <a:solidFill>
                  <a:schemeClr val="accent1">
                    <a:lumMod val="75000"/>
                  </a:schemeClr>
                </a:solidFill>
              </a:rPr>
              <a:t>.</a:t>
            </a:r>
          </a:p>
          <a:p>
            <a:r>
              <a:rPr lang="en-IN" b="1" dirty="0"/>
              <a:t>Dataset Details</a:t>
            </a:r>
          </a:p>
          <a:p>
            <a:r>
              <a:rPr lang="en-IN" sz="2000" b="1" dirty="0"/>
              <a:t>Dataset Name:</a:t>
            </a:r>
            <a:r>
              <a:rPr lang="en-IN" sz="2000" dirty="0"/>
              <a:t> Weather Dataset </a:t>
            </a:r>
          </a:p>
          <a:p>
            <a:r>
              <a:rPr lang="en-IN" sz="2000" b="1" dirty="0"/>
              <a:t>Time Period:</a:t>
            </a:r>
            <a:r>
              <a:rPr lang="en-IN" sz="2000" dirty="0"/>
              <a:t> 2024–2026 </a:t>
            </a:r>
          </a:p>
          <a:p>
            <a:r>
              <a:rPr lang="en-IN" sz="2000" b="1" dirty="0"/>
              <a:t>Number of Records:</a:t>
            </a:r>
            <a:r>
              <a:rPr lang="en-IN" sz="2000" dirty="0"/>
              <a:t> ~7,000 </a:t>
            </a:r>
          </a:p>
          <a:p>
            <a:r>
              <a:rPr lang="en-IN" sz="2000" b="1" dirty="0"/>
              <a:t>Number of Cities:</a:t>
            </a:r>
            <a:r>
              <a:rPr lang="en-IN" sz="2000" dirty="0"/>
              <a:t> 10 </a:t>
            </a:r>
          </a:p>
          <a:p>
            <a:r>
              <a:rPr lang="en-IN" sz="2000" b="1" dirty="0"/>
              <a:t>Data Source:</a:t>
            </a:r>
            <a:r>
              <a:rPr lang="en-IN" sz="2000" dirty="0"/>
              <a:t> Excel Dataset </a:t>
            </a:r>
          </a:p>
          <a:p>
            <a:r>
              <a:rPr lang="en-IN" sz="2000" b="1" dirty="0"/>
              <a:t>Visualization Tool:</a:t>
            </a:r>
            <a:r>
              <a:rPr lang="en-IN" sz="2000" dirty="0"/>
              <a:t> Microsoft Power BI</a:t>
            </a:r>
            <a:endParaRPr lang="en-IN" sz="2000" b="1" dirty="0">
              <a:solidFill>
                <a:schemeClr val="accent1">
                  <a:lumMod val="75000"/>
                </a:schemeClr>
              </a:solidFill>
            </a:endParaRPr>
          </a:p>
          <a:p>
            <a:pPr marL="0" indent="0">
              <a:buNone/>
            </a:pPr>
            <a:endParaRPr lang="en-IN" sz="2000" dirty="0">
              <a:solidFill>
                <a:schemeClr val="accent1">
                  <a:lumMod val="75000"/>
                </a:schemeClr>
              </a:solidFill>
            </a:endParaRPr>
          </a:p>
          <a:p>
            <a:pPr marL="0" indent="0">
              <a:buNone/>
            </a:pPr>
            <a:endParaRPr lang="en-IN" b="1" dirty="0">
              <a:solidFill>
                <a:schemeClr val="bg2">
                  <a:lumMod val="10000"/>
                </a:schemeClr>
              </a:solidFill>
            </a:endParaRPr>
          </a:p>
        </p:txBody>
      </p:sp>
      <p:sp>
        <p:nvSpPr>
          <p:cNvPr id="6" name="TextBox 5">
            <a:extLst>
              <a:ext uri="{FF2B5EF4-FFF2-40B4-BE49-F238E27FC236}">
                <a16:creationId xmlns:a16="http://schemas.microsoft.com/office/drawing/2014/main" id="{C27EAC8A-5A19-9C8A-08EA-9E423AA11931}"/>
              </a:ext>
            </a:extLst>
          </p:cNvPr>
          <p:cNvSpPr txBox="1"/>
          <p:nvPr/>
        </p:nvSpPr>
        <p:spPr>
          <a:xfrm>
            <a:off x="6698974" y="2484783"/>
            <a:ext cx="3925957" cy="5170646"/>
          </a:xfrm>
          <a:prstGeom prst="rect">
            <a:avLst/>
          </a:prstGeom>
          <a:noFill/>
        </p:spPr>
        <p:txBody>
          <a:bodyPr wrap="square" rtlCol="0">
            <a:spAutoFit/>
          </a:bodyPr>
          <a:lstStyle/>
          <a:p>
            <a:pPr marL="342900" indent="-342900">
              <a:buFont typeface="Arial" panose="020B0604020202020204" pitchFamily="34" charset="0"/>
              <a:buChar char="•"/>
            </a:pPr>
            <a:r>
              <a:rPr lang="en-IN" sz="2400" b="1" dirty="0"/>
              <a:t>Features Used</a:t>
            </a:r>
          </a:p>
          <a:p>
            <a:pPr marL="285750" indent="-285750">
              <a:buFont typeface="Arial" panose="020B0604020202020204" pitchFamily="34" charset="0"/>
              <a:buChar char="•"/>
            </a:pPr>
            <a:r>
              <a:rPr lang="en-IN" dirty="0"/>
              <a:t>City</a:t>
            </a:r>
          </a:p>
          <a:p>
            <a:pPr marL="285750" indent="-285750">
              <a:buFont typeface="Arial" panose="020B0604020202020204" pitchFamily="34" charset="0"/>
              <a:buChar char="•"/>
            </a:pPr>
            <a:r>
              <a:rPr lang="en-IN" dirty="0"/>
              <a:t>Date</a:t>
            </a:r>
          </a:p>
          <a:p>
            <a:pPr marL="285750" indent="-285750">
              <a:buFont typeface="Arial" panose="020B0604020202020204" pitchFamily="34" charset="0"/>
              <a:buChar char="•"/>
            </a:pPr>
            <a:r>
              <a:rPr lang="en-IN" dirty="0"/>
              <a:t>Year</a:t>
            </a:r>
          </a:p>
          <a:p>
            <a:pPr marL="285750" indent="-285750">
              <a:buFont typeface="Arial" panose="020B0604020202020204" pitchFamily="34" charset="0"/>
              <a:buChar char="•"/>
            </a:pPr>
            <a:r>
              <a:rPr lang="en-IN" dirty="0"/>
              <a:t>Month</a:t>
            </a:r>
          </a:p>
          <a:p>
            <a:pPr marL="285750" indent="-285750">
              <a:buFont typeface="Arial" panose="020B0604020202020204" pitchFamily="34" charset="0"/>
              <a:buChar char="•"/>
            </a:pPr>
            <a:r>
              <a:rPr lang="en-IN" dirty="0"/>
              <a:t>Season</a:t>
            </a:r>
          </a:p>
          <a:p>
            <a:pPr marL="285750" indent="-285750">
              <a:buFont typeface="Arial" panose="020B0604020202020204" pitchFamily="34" charset="0"/>
              <a:buChar char="•"/>
            </a:pPr>
            <a:r>
              <a:rPr lang="en-IN" dirty="0"/>
              <a:t>Mean Temperature</a:t>
            </a:r>
          </a:p>
          <a:p>
            <a:pPr marL="285750" indent="-285750">
              <a:buFont typeface="Arial" panose="020B0604020202020204" pitchFamily="34" charset="0"/>
              <a:buChar char="•"/>
            </a:pPr>
            <a:r>
              <a:rPr lang="en-IN" dirty="0"/>
              <a:t>Maximum Temperature</a:t>
            </a:r>
          </a:p>
          <a:p>
            <a:pPr marL="285750" indent="-285750">
              <a:buFont typeface="Arial" panose="020B0604020202020204" pitchFamily="34" charset="0"/>
              <a:buChar char="•"/>
            </a:pPr>
            <a:r>
              <a:rPr lang="en-IN" dirty="0"/>
              <a:t>Minimum Temperature</a:t>
            </a:r>
          </a:p>
          <a:p>
            <a:pPr marL="285750" indent="-285750">
              <a:buFont typeface="Arial" panose="020B0604020202020204" pitchFamily="34" charset="0"/>
              <a:buChar char="•"/>
            </a:pPr>
            <a:r>
              <a:rPr lang="en-IN" dirty="0"/>
              <a:t>Temperature Range</a:t>
            </a:r>
          </a:p>
          <a:p>
            <a:pPr marL="285750" indent="-285750">
              <a:buFont typeface="Arial" panose="020B0604020202020204" pitchFamily="34" charset="0"/>
              <a:buChar char="•"/>
            </a:pPr>
            <a:r>
              <a:rPr lang="en-IN" dirty="0"/>
              <a:t> Rainfall (mm) Rainfall Category</a:t>
            </a:r>
          </a:p>
          <a:p>
            <a:pPr marL="285750" indent="-285750">
              <a:buFont typeface="Arial" panose="020B0604020202020204" pitchFamily="34" charset="0"/>
              <a:buChar char="•"/>
            </a:pPr>
            <a:r>
              <a:rPr lang="en-IN" dirty="0"/>
              <a:t> Rainy Days </a:t>
            </a:r>
          </a:p>
          <a:p>
            <a:pPr marL="285750" indent="-285750">
              <a:buFont typeface="Arial" panose="020B0604020202020204" pitchFamily="34" charset="0"/>
              <a:buChar char="•"/>
            </a:pPr>
            <a:r>
              <a:rPr lang="en-IN" dirty="0"/>
              <a:t>Non-Rainy Days</a:t>
            </a:r>
          </a:p>
          <a:p>
            <a:pPr marL="285750" indent="-285750">
              <a:buFont typeface="Arial" panose="020B0604020202020204" pitchFamily="34" charset="0"/>
              <a:buChar char="•"/>
            </a:pPr>
            <a:r>
              <a:rPr lang="en-IN" dirty="0"/>
              <a:t>Daily Duration</a:t>
            </a:r>
            <a:endParaRPr lang="en-IN" b="1" dirty="0">
              <a:solidFill>
                <a:srgbClr val="002060"/>
              </a:solidFill>
            </a:endParaRPr>
          </a:p>
          <a:p>
            <a:pPr marL="342900" indent="-342900">
              <a:buFont typeface="Arial" panose="020B0604020202020204" pitchFamily="34" charset="0"/>
              <a:buChar char="•"/>
            </a:pPr>
            <a:endParaRPr lang="en-IN" sz="2400" b="1" dirty="0">
              <a:solidFill>
                <a:srgbClr val="002060"/>
              </a:solidFill>
            </a:endParaRPr>
          </a:p>
          <a:p>
            <a:pPr marL="342900" indent="-342900">
              <a:buFont typeface="Arial" panose="020B0604020202020204" pitchFamily="34" charset="0"/>
              <a:buChar char="•"/>
            </a:pPr>
            <a:endParaRPr lang="en-IN" sz="2400" b="1" dirty="0">
              <a:solidFill>
                <a:srgbClr val="002060"/>
              </a:solidFill>
            </a:endParaRPr>
          </a:p>
          <a:p>
            <a:pPr marL="342900" indent="-342900">
              <a:buFont typeface="Arial" panose="020B0604020202020204" pitchFamily="34" charset="0"/>
              <a:buChar char="•"/>
            </a:pPr>
            <a:endParaRPr lang="en-IN" sz="2400" b="1" dirty="0">
              <a:solidFill>
                <a:srgbClr val="002060"/>
              </a:solidFill>
            </a:endParaRPr>
          </a:p>
        </p:txBody>
      </p:sp>
    </p:spTree>
    <p:extLst>
      <p:ext uri="{BB962C8B-B14F-4D97-AF65-F5344CB8AC3E}">
        <p14:creationId xmlns:p14="http://schemas.microsoft.com/office/powerpoint/2010/main" val="1780654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pattFill prst="pct20">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6EEAF-44B6-196E-F9A8-CD641AD05373}"/>
              </a:ext>
            </a:extLst>
          </p:cNvPr>
          <p:cNvSpPr>
            <a:spLocks noGrp="1"/>
          </p:cNvSpPr>
          <p:nvPr>
            <p:ph type="title"/>
          </p:nvPr>
        </p:nvSpPr>
        <p:spPr/>
        <p:txBody>
          <a:bodyPr>
            <a:normAutofit/>
          </a:bodyPr>
          <a:lstStyle/>
          <a:p>
            <a:pPr algn="ctr"/>
            <a:r>
              <a:rPr lang="en-IN" sz="4000" b="1" dirty="0">
                <a:solidFill>
                  <a:srgbClr val="002060"/>
                </a:solidFill>
              </a:rPr>
              <a:t>Data Cleaning &amp; Preparation</a:t>
            </a:r>
          </a:p>
        </p:txBody>
      </p:sp>
      <p:sp>
        <p:nvSpPr>
          <p:cNvPr id="3" name="Content Placeholder 2">
            <a:extLst>
              <a:ext uri="{FF2B5EF4-FFF2-40B4-BE49-F238E27FC236}">
                <a16:creationId xmlns:a16="http://schemas.microsoft.com/office/drawing/2014/main" id="{929E58FC-63DA-E597-C6C6-E2BE1111F851}"/>
              </a:ext>
            </a:extLst>
          </p:cNvPr>
          <p:cNvSpPr>
            <a:spLocks noGrp="1"/>
          </p:cNvSpPr>
          <p:nvPr>
            <p:ph idx="1"/>
          </p:nvPr>
        </p:nvSpPr>
        <p:spPr>
          <a:xfrm>
            <a:off x="367748" y="1590261"/>
            <a:ext cx="6211956" cy="4586702"/>
          </a:xfrm>
        </p:spPr>
        <p:txBody>
          <a:bodyPr>
            <a:normAutofit/>
          </a:bodyPr>
          <a:lstStyle/>
          <a:p>
            <a:pPr marL="0" indent="0">
              <a:buNone/>
            </a:pPr>
            <a:r>
              <a:rPr lang="en-IN" sz="3200" b="1" dirty="0">
                <a:solidFill>
                  <a:schemeClr val="accent3">
                    <a:lumMod val="50000"/>
                  </a:schemeClr>
                </a:solidFill>
              </a:rPr>
              <a:t>Data Cleaning Steps</a:t>
            </a:r>
          </a:p>
          <a:p>
            <a:r>
              <a:rPr lang="en-IN" sz="2200" dirty="0">
                <a:solidFill>
                  <a:schemeClr val="accent1">
                    <a:lumMod val="75000"/>
                  </a:schemeClr>
                </a:solidFill>
              </a:rPr>
              <a:t>Imported the Excel weather dataset into </a:t>
            </a:r>
            <a:r>
              <a:rPr lang="en-IN" sz="2200" b="1" dirty="0">
                <a:solidFill>
                  <a:schemeClr val="accent1">
                    <a:lumMod val="75000"/>
                  </a:schemeClr>
                </a:solidFill>
              </a:rPr>
              <a:t>Power BI</a:t>
            </a:r>
            <a:r>
              <a:rPr lang="en-IN" sz="2200" dirty="0">
                <a:solidFill>
                  <a:schemeClr val="accent1">
                    <a:lumMod val="75000"/>
                  </a:schemeClr>
                </a:solidFill>
              </a:rPr>
              <a:t>.</a:t>
            </a:r>
          </a:p>
          <a:p>
            <a:r>
              <a:rPr lang="en-IN" sz="2200" dirty="0">
                <a:solidFill>
                  <a:schemeClr val="accent1">
                    <a:lumMod val="75000"/>
                  </a:schemeClr>
                </a:solidFill>
              </a:rPr>
              <a:t> Verified and corrected data types.</a:t>
            </a:r>
          </a:p>
          <a:p>
            <a:r>
              <a:rPr lang="en-IN" sz="2200" dirty="0">
                <a:solidFill>
                  <a:schemeClr val="accent1">
                    <a:lumMod val="75000"/>
                  </a:schemeClr>
                </a:solidFill>
              </a:rPr>
              <a:t> Removed duplicate records. </a:t>
            </a:r>
          </a:p>
          <a:p>
            <a:r>
              <a:rPr lang="en-IN" sz="2200" dirty="0">
                <a:solidFill>
                  <a:schemeClr val="accent1">
                    <a:lumMod val="75000"/>
                  </a:schemeClr>
                </a:solidFill>
              </a:rPr>
              <a:t>Checked and handled missing values. </a:t>
            </a:r>
          </a:p>
          <a:p>
            <a:r>
              <a:rPr lang="en-IN" sz="2200" dirty="0">
                <a:solidFill>
                  <a:schemeClr val="accent1">
                    <a:lumMod val="75000"/>
                  </a:schemeClr>
                </a:solidFill>
              </a:rPr>
              <a:t>Created Month Name column.</a:t>
            </a:r>
          </a:p>
          <a:p>
            <a:r>
              <a:rPr lang="en-IN" sz="2200" dirty="0">
                <a:solidFill>
                  <a:schemeClr val="accent1">
                    <a:lumMod val="75000"/>
                  </a:schemeClr>
                </a:solidFill>
              </a:rPr>
              <a:t> Sorted Month Name using Month Number.</a:t>
            </a:r>
          </a:p>
          <a:p>
            <a:r>
              <a:rPr lang="en-IN" sz="2200" dirty="0">
                <a:solidFill>
                  <a:schemeClr val="accent1">
                    <a:lumMod val="75000"/>
                  </a:schemeClr>
                </a:solidFill>
              </a:rPr>
              <a:t> Standardized city and season names. </a:t>
            </a:r>
          </a:p>
          <a:p>
            <a:r>
              <a:rPr lang="en-IN" sz="2200" dirty="0">
                <a:solidFill>
                  <a:schemeClr val="accent1">
                    <a:lumMod val="75000"/>
                  </a:schemeClr>
                </a:solidFill>
              </a:rPr>
              <a:t>Created calculated columns for analysis.</a:t>
            </a:r>
            <a:endParaRPr lang="en-IN" sz="2200" b="1" dirty="0">
              <a:solidFill>
                <a:schemeClr val="accent1">
                  <a:lumMod val="75000"/>
                </a:schemeClr>
              </a:solidFill>
            </a:endParaRPr>
          </a:p>
          <a:p>
            <a:pPr marL="0" indent="0">
              <a:buNone/>
            </a:pPr>
            <a:endParaRPr lang="en-IN" sz="3200" b="1" dirty="0"/>
          </a:p>
        </p:txBody>
      </p:sp>
      <p:pic>
        <p:nvPicPr>
          <p:cNvPr id="9" name="Picture 8">
            <a:extLst>
              <a:ext uri="{FF2B5EF4-FFF2-40B4-BE49-F238E27FC236}">
                <a16:creationId xmlns:a16="http://schemas.microsoft.com/office/drawing/2014/main" id="{3240501B-3500-5AE3-E594-E11F15F793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79704" y="1888435"/>
            <a:ext cx="5612296" cy="4858578"/>
          </a:xfrm>
          <a:prstGeom prst="rect">
            <a:avLst/>
          </a:prstGeom>
        </p:spPr>
      </p:pic>
    </p:spTree>
    <p:extLst>
      <p:ext uri="{BB962C8B-B14F-4D97-AF65-F5344CB8AC3E}">
        <p14:creationId xmlns:p14="http://schemas.microsoft.com/office/powerpoint/2010/main" val="1160739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73662-8FDE-CEC2-7BCE-9C2497F6A074}"/>
              </a:ext>
            </a:extLst>
          </p:cNvPr>
          <p:cNvSpPr>
            <a:spLocks noGrp="1"/>
          </p:cNvSpPr>
          <p:nvPr>
            <p:ph type="title"/>
          </p:nvPr>
        </p:nvSpPr>
        <p:spPr>
          <a:xfrm>
            <a:off x="314632" y="0"/>
            <a:ext cx="11039168" cy="963342"/>
          </a:xfrm>
        </p:spPr>
        <p:txBody>
          <a:bodyPr>
            <a:normAutofit/>
          </a:bodyPr>
          <a:lstStyle/>
          <a:p>
            <a:r>
              <a:rPr lang="en-IN" sz="4000" b="1" dirty="0">
                <a:solidFill>
                  <a:schemeClr val="accent6">
                    <a:lumMod val="75000"/>
                  </a:schemeClr>
                </a:solidFill>
              </a:rPr>
              <a:t>DAX Measures &amp; Calculations</a:t>
            </a:r>
          </a:p>
        </p:txBody>
      </p:sp>
      <p:sp>
        <p:nvSpPr>
          <p:cNvPr id="3" name="TextBox 2">
            <a:extLst>
              <a:ext uri="{FF2B5EF4-FFF2-40B4-BE49-F238E27FC236}">
                <a16:creationId xmlns:a16="http://schemas.microsoft.com/office/drawing/2014/main" id="{C52CF783-63C4-6DEB-1A82-E3B5C2D89AD8}"/>
              </a:ext>
            </a:extLst>
          </p:cNvPr>
          <p:cNvSpPr txBox="1"/>
          <p:nvPr/>
        </p:nvSpPr>
        <p:spPr>
          <a:xfrm>
            <a:off x="412955" y="963342"/>
            <a:ext cx="4662949" cy="3077766"/>
          </a:xfrm>
          <a:prstGeom prst="rect">
            <a:avLst/>
          </a:prstGeom>
          <a:noFill/>
        </p:spPr>
        <p:txBody>
          <a:bodyPr wrap="square" rtlCol="0">
            <a:spAutoFit/>
          </a:bodyPr>
          <a:lstStyle/>
          <a:p>
            <a:r>
              <a:rPr lang="en-IN" sz="3200" b="1" dirty="0">
                <a:solidFill>
                  <a:schemeClr val="accent5">
                    <a:lumMod val="50000"/>
                  </a:schemeClr>
                </a:solidFill>
              </a:rPr>
              <a:t>Measures Created</a:t>
            </a:r>
            <a:endParaRPr lang="en-IN" sz="3200" dirty="0">
              <a:solidFill>
                <a:schemeClr val="accent5">
                  <a:lumMod val="50000"/>
                </a:schemeClr>
              </a:solidFill>
            </a:endParaRPr>
          </a:p>
          <a:p>
            <a:pPr marL="342900" indent="-342900">
              <a:buFont typeface="Wingdings" panose="05000000000000000000" pitchFamily="2" charset="2"/>
              <a:buChar char="q"/>
            </a:pPr>
            <a:r>
              <a:rPr lang="en-IN" dirty="0">
                <a:solidFill>
                  <a:schemeClr val="accent5">
                    <a:lumMod val="75000"/>
                  </a:schemeClr>
                </a:solidFill>
              </a:rPr>
              <a:t>Average Temperature </a:t>
            </a:r>
          </a:p>
          <a:p>
            <a:pPr marL="342900" indent="-342900">
              <a:buFont typeface="Wingdings" panose="05000000000000000000" pitchFamily="2" charset="2"/>
              <a:buChar char="q"/>
            </a:pPr>
            <a:r>
              <a:rPr lang="en-IN" dirty="0">
                <a:solidFill>
                  <a:schemeClr val="accent5">
                    <a:lumMod val="75000"/>
                  </a:schemeClr>
                </a:solidFill>
              </a:rPr>
              <a:t>Maximum Temperature </a:t>
            </a:r>
          </a:p>
          <a:p>
            <a:pPr marL="342900" indent="-342900">
              <a:buFont typeface="Wingdings" panose="05000000000000000000" pitchFamily="2" charset="2"/>
              <a:buChar char="q"/>
            </a:pPr>
            <a:r>
              <a:rPr lang="en-IN" dirty="0">
                <a:solidFill>
                  <a:schemeClr val="accent5">
                    <a:lumMod val="75000"/>
                  </a:schemeClr>
                </a:solidFill>
              </a:rPr>
              <a:t>Minimum Temperature </a:t>
            </a:r>
          </a:p>
          <a:p>
            <a:pPr marL="342900" indent="-342900">
              <a:buFont typeface="Wingdings" panose="05000000000000000000" pitchFamily="2" charset="2"/>
              <a:buChar char="q"/>
            </a:pPr>
            <a:r>
              <a:rPr lang="en-IN" dirty="0">
                <a:solidFill>
                  <a:schemeClr val="accent5">
                    <a:lumMod val="75000"/>
                  </a:schemeClr>
                </a:solidFill>
              </a:rPr>
              <a:t>Average Rainfall </a:t>
            </a:r>
          </a:p>
          <a:p>
            <a:pPr marL="342900" indent="-342900">
              <a:buFont typeface="Wingdings" panose="05000000000000000000" pitchFamily="2" charset="2"/>
              <a:buChar char="q"/>
            </a:pPr>
            <a:r>
              <a:rPr lang="en-IN" dirty="0">
                <a:solidFill>
                  <a:schemeClr val="accent5">
                    <a:lumMod val="75000"/>
                  </a:schemeClr>
                </a:solidFill>
              </a:rPr>
              <a:t>Total Rainfall </a:t>
            </a:r>
          </a:p>
          <a:p>
            <a:pPr marL="342900" indent="-342900">
              <a:buFont typeface="Wingdings" panose="05000000000000000000" pitchFamily="2" charset="2"/>
              <a:buChar char="q"/>
            </a:pPr>
            <a:r>
              <a:rPr lang="en-IN" dirty="0">
                <a:solidFill>
                  <a:schemeClr val="accent5">
                    <a:lumMod val="75000"/>
                  </a:schemeClr>
                </a:solidFill>
              </a:rPr>
              <a:t>Rainy Days </a:t>
            </a:r>
          </a:p>
          <a:p>
            <a:pPr marL="342900" indent="-342900">
              <a:buFont typeface="Wingdings" panose="05000000000000000000" pitchFamily="2" charset="2"/>
              <a:buChar char="q"/>
            </a:pPr>
            <a:r>
              <a:rPr lang="en-IN" dirty="0">
                <a:solidFill>
                  <a:schemeClr val="accent5">
                    <a:lumMod val="75000"/>
                  </a:schemeClr>
                </a:solidFill>
              </a:rPr>
              <a:t>Non-Rainy Days </a:t>
            </a:r>
          </a:p>
          <a:p>
            <a:pPr marL="342900" indent="-342900">
              <a:buFont typeface="Wingdings" panose="05000000000000000000" pitchFamily="2" charset="2"/>
              <a:buChar char="q"/>
            </a:pPr>
            <a:r>
              <a:rPr lang="en-IN" dirty="0">
                <a:solidFill>
                  <a:schemeClr val="accent5">
                    <a:lumMod val="75000"/>
                  </a:schemeClr>
                </a:solidFill>
              </a:rPr>
              <a:t>Total Records </a:t>
            </a:r>
          </a:p>
          <a:p>
            <a:pPr marL="342900" indent="-342900">
              <a:buFont typeface="Wingdings" panose="05000000000000000000" pitchFamily="2" charset="2"/>
              <a:buChar char="q"/>
            </a:pPr>
            <a:r>
              <a:rPr lang="en-IN" dirty="0">
                <a:solidFill>
                  <a:schemeClr val="accent5">
                    <a:lumMod val="75000"/>
                  </a:schemeClr>
                </a:solidFill>
              </a:rPr>
              <a:t>Temperature Range</a:t>
            </a:r>
          </a:p>
        </p:txBody>
      </p:sp>
      <p:pic>
        <p:nvPicPr>
          <p:cNvPr id="9" name="Picture 8">
            <a:extLst>
              <a:ext uri="{FF2B5EF4-FFF2-40B4-BE49-F238E27FC236}">
                <a16:creationId xmlns:a16="http://schemas.microsoft.com/office/drawing/2014/main" id="{73F03BFA-3470-8FD1-D351-1BFC1BA993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31742" y="365125"/>
            <a:ext cx="5260258" cy="6212656"/>
          </a:xfrm>
          <a:prstGeom prst="rect">
            <a:avLst/>
          </a:prstGeom>
        </p:spPr>
      </p:pic>
      <p:sp>
        <p:nvSpPr>
          <p:cNvPr id="10" name="TextBox 9">
            <a:extLst>
              <a:ext uri="{FF2B5EF4-FFF2-40B4-BE49-F238E27FC236}">
                <a16:creationId xmlns:a16="http://schemas.microsoft.com/office/drawing/2014/main" id="{9EF9CB33-4CEA-74F8-957F-DCB18676B63E}"/>
              </a:ext>
            </a:extLst>
          </p:cNvPr>
          <p:cNvSpPr txBox="1"/>
          <p:nvPr/>
        </p:nvSpPr>
        <p:spPr>
          <a:xfrm>
            <a:off x="550608" y="4277032"/>
            <a:ext cx="5260257" cy="1692771"/>
          </a:xfrm>
          <a:prstGeom prst="rect">
            <a:avLst/>
          </a:prstGeom>
          <a:noFill/>
        </p:spPr>
        <p:txBody>
          <a:bodyPr wrap="square" rtlCol="0">
            <a:spAutoFit/>
          </a:bodyPr>
          <a:lstStyle/>
          <a:p>
            <a:r>
              <a:rPr lang="en-IN" sz="2400" b="1" dirty="0">
                <a:solidFill>
                  <a:schemeClr val="accent5">
                    <a:lumMod val="75000"/>
                  </a:schemeClr>
                </a:solidFill>
              </a:rPr>
              <a:t>Purpose of DAX Measures</a:t>
            </a:r>
          </a:p>
          <a:p>
            <a:pPr marL="342900" indent="-342900">
              <a:buFont typeface="Arial" panose="020B0604020202020204" pitchFamily="34" charset="0"/>
              <a:buChar char="•"/>
            </a:pPr>
            <a:r>
              <a:rPr lang="en-IN" sz="2000" dirty="0">
                <a:solidFill>
                  <a:schemeClr val="accent5">
                    <a:lumMod val="50000"/>
                  </a:schemeClr>
                </a:solidFill>
              </a:rPr>
              <a:t>Created reusable calculations.</a:t>
            </a:r>
          </a:p>
          <a:p>
            <a:pPr marL="342900" indent="-342900">
              <a:buFont typeface="Arial" panose="020B0604020202020204" pitchFamily="34" charset="0"/>
              <a:buChar char="•"/>
            </a:pPr>
            <a:r>
              <a:rPr lang="en-IN" sz="2000" dirty="0">
                <a:solidFill>
                  <a:schemeClr val="accent5">
                    <a:lumMod val="50000"/>
                  </a:schemeClr>
                </a:solidFill>
              </a:rPr>
              <a:t> Simplified dashboard development.</a:t>
            </a:r>
          </a:p>
          <a:p>
            <a:pPr marL="342900" indent="-342900">
              <a:buFont typeface="Arial" panose="020B0604020202020204" pitchFamily="34" charset="0"/>
              <a:buChar char="•"/>
            </a:pPr>
            <a:r>
              <a:rPr lang="en-IN" sz="2000" dirty="0">
                <a:solidFill>
                  <a:schemeClr val="accent5">
                    <a:lumMod val="50000"/>
                  </a:schemeClr>
                </a:solidFill>
              </a:rPr>
              <a:t> Improved report accuracy.</a:t>
            </a:r>
          </a:p>
          <a:p>
            <a:pPr marL="342900" indent="-342900">
              <a:buFont typeface="Arial" panose="020B0604020202020204" pitchFamily="34" charset="0"/>
              <a:buChar char="•"/>
            </a:pPr>
            <a:r>
              <a:rPr lang="en-IN" sz="2000" dirty="0">
                <a:solidFill>
                  <a:schemeClr val="accent5">
                    <a:lumMod val="50000"/>
                  </a:schemeClr>
                </a:solidFill>
              </a:rPr>
              <a:t> Enabled dynamic KPI cards and charts.</a:t>
            </a:r>
            <a:endParaRPr lang="en-IN" sz="2000" b="1" dirty="0">
              <a:solidFill>
                <a:schemeClr val="accent5">
                  <a:lumMod val="50000"/>
                </a:schemeClr>
              </a:solidFill>
            </a:endParaRPr>
          </a:p>
        </p:txBody>
      </p:sp>
    </p:spTree>
    <p:extLst>
      <p:ext uri="{BB962C8B-B14F-4D97-AF65-F5344CB8AC3E}">
        <p14:creationId xmlns:p14="http://schemas.microsoft.com/office/powerpoint/2010/main" val="907384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7030A0"/>
            </a:gs>
            <a:gs pos="74000">
              <a:schemeClr val="accent1">
                <a:lumMod val="45000"/>
                <a:lumOff val="55000"/>
              </a:schemeClr>
            </a:gs>
            <a:gs pos="83000">
              <a:schemeClr val="accent1">
                <a:lumMod val="45000"/>
                <a:lumOff val="55000"/>
              </a:schemeClr>
            </a:gs>
            <a:gs pos="100000">
              <a:srgbClr val="00B0F0"/>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FEE6B-37C0-FB5B-AB42-4B5DB0620D53}"/>
              </a:ext>
            </a:extLst>
          </p:cNvPr>
          <p:cNvSpPr>
            <a:spLocks noGrp="1"/>
          </p:cNvSpPr>
          <p:nvPr>
            <p:ph type="title"/>
          </p:nvPr>
        </p:nvSpPr>
        <p:spPr>
          <a:xfrm>
            <a:off x="119270" y="178905"/>
            <a:ext cx="6848060" cy="695738"/>
          </a:xfrm>
          <a:solidFill>
            <a:schemeClr val="bg2">
              <a:lumMod val="90000"/>
            </a:schemeClr>
          </a:solidFill>
        </p:spPr>
        <p:txBody>
          <a:bodyPr>
            <a:normAutofit/>
          </a:bodyPr>
          <a:lstStyle/>
          <a:p>
            <a:r>
              <a:rPr lang="en-IN" sz="3200" b="1" dirty="0">
                <a:solidFill>
                  <a:srgbClr val="002060"/>
                </a:solidFill>
              </a:rPr>
              <a:t>Dashboard 1 – Temperature Analysis</a:t>
            </a:r>
          </a:p>
        </p:txBody>
      </p:sp>
      <p:pic>
        <p:nvPicPr>
          <p:cNvPr id="4" name="Picture 3">
            <a:extLst>
              <a:ext uri="{FF2B5EF4-FFF2-40B4-BE49-F238E27FC236}">
                <a16:creationId xmlns:a16="http://schemas.microsoft.com/office/drawing/2014/main" id="{421C0C85-DB36-F1E3-CE07-6B85EF1CE8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270" y="1748528"/>
            <a:ext cx="8672312" cy="4930567"/>
          </a:xfrm>
          <a:prstGeom prst="rect">
            <a:avLst/>
          </a:prstGeom>
        </p:spPr>
      </p:pic>
      <p:sp>
        <p:nvSpPr>
          <p:cNvPr id="5" name="TextBox 4">
            <a:extLst>
              <a:ext uri="{FF2B5EF4-FFF2-40B4-BE49-F238E27FC236}">
                <a16:creationId xmlns:a16="http://schemas.microsoft.com/office/drawing/2014/main" id="{2E05F2AB-FBC6-539E-E631-3826F4266421}"/>
              </a:ext>
            </a:extLst>
          </p:cNvPr>
          <p:cNvSpPr txBox="1"/>
          <p:nvPr/>
        </p:nvSpPr>
        <p:spPr>
          <a:xfrm>
            <a:off x="8090453" y="715617"/>
            <a:ext cx="3727174" cy="584775"/>
          </a:xfrm>
          <a:prstGeom prst="rect">
            <a:avLst/>
          </a:prstGeom>
          <a:noFill/>
        </p:spPr>
        <p:txBody>
          <a:bodyPr wrap="square" rtlCol="0">
            <a:spAutoFit/>
          </a:bodyPr>
          <a:lstStyle/>
          <a:p>
            <a:pPr algn="ctr"/>
            <a:r>
              <a:rPr lang="en-IN" sz="3200" b="1" dirty="0">
                <a:solidFill>
                  <a:schemeClr val="accent1">
                    <a:lumMod val="40000"/>
                    <a:lumOff val="60000"/>
                  </a:schemeClr>
                </a:solidFill>
              </a:rPr>
              <a:t>Key Insights</a:t>
            </a:r>
          </a:p>
        </p:txBody>
      </p:sp>
      <p:sp>
        <p:nvSpPr>
          <p:cNvPr id="6" name="TextBox 5">
            <a:extLst>
              <a:ext uri="{FF2B5EF4-FFF2-40B4-BE49-F238E27FC236}">
                <a16:creationId xmlns:a16="http://schemas.microsoft.com/office/drawing/2014/main" id="{A0D60F78-5342-A48E-95AB-3C158A58F910}"/>
              </a:ext>
            </a:extLst>
          </p:cNvPr>
          <p:cNvSpPr txBox="1"/>
          <p:nvPr/>
        </p:nvSpPr>
        <p:spPr>
          <a:xfrm>
            <a:off x="9153939" y="1540565"/>
            <a:ext cx="2663688" cy="5324535"/>
          </a:xfrm>
          <a:prstGeom prst="rect">
            <a:avLst/>
          </a:prstGeom>
          <a:noFill/>
        </p:spPr>
        <p:txBody>
          <a:bodyPr wrap="square" rtlCol="0">
            <a:spAutoFit/>
          </a:bodyPr>
          <a:lstStyle/>
          <a:p>
            <a:pPr marL="285750" indent="-285750">
              <a:buFont typeface="Arial" panose="020B0604020202020204" pitchFamily="34" charset="0"/>
              <a:buChar char="•"/>
            </a:pPr>
            <a:r>
              <a:rPr lang="en-IN" sz="2000" dirty="0">
                <a:solidFill>
                  <a:schemeClr val="bg1"/>
                </a:solidFill>
              </a:rPr>
              <a:t>Summer recorded the highest average temperature. </a:t>
            </a:r>
          </a:p>
          <a:p>
            <a:pPr marL="285750" indent="-285750">
              <a:buFont typeface="Arial" panose="020B0604020202020204" pitchFamily="34" charset="0"/>
              <a:buChar char="•"/>
            </a:pPr>
            <a:r>
              <a:rPr lang="en-IN" sz="2000" dirty="0">
                <a:solidFill>
                  <a:schemeClr val="bg1"/>
                </a:solidFill>
              </a:rPr>
              <a:t> Winter showed the lowest average temperature.</a:t>
            </a:r>
          </a:p>
          <a:p>
            <a:pPr marL="285750" indent="-285750">
              <a:buFont typeface="Arial" panose="020B0604020202020204" pitchFamily="34" charset="0"/>
              <a:buChar char="•"/>
            </a:pPr>
            <a:r>
              <a:rPr lang="en-IN" sz="2000" dirty="0">
                <a:solidFill>
                  <a:schemeClr val="bg1"/>
                </a:solidFill>
              </a:rPr>
              <a:t> Chennai and Mumbai experienced higher average temperatures.</a:t>
            </a:r>
          </a:p>
          <a:p>
            <a:pPr marL="285750" indent="-285750">
              <a:buFont typeface="Arial" panose="020B0604020202020204" pitchFamily="34" charset="0"/>
              <a:buChar char="•"/>
            </a:pPr>
            <a:r>
              <a:rPr lang="en-IN" sz="2000" dirty="0">
                <a:solidFill>
                  <a:schemeClr val="bg1"/>
                </a:solidFill>
              </a:rPr>
              <a:t>Monthly temperature increased from January and peaked around May–June before declining.</a:t>
            </a:r>
          </a:p>
        </p:txBody>
      </p:sp>
    </p:spTree>
    <p:extLst>
      <p:ext uri="{BB962C8B-B14F-4D97-AF65-F5344CB8AC3E}">
        <p14:creationId xmlns:p14="http://schemas.microsoft.com/office/powerpoint/2010/main" val="828333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pattFill prst="pct20">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6ED5A-0FE3-099F-DDD0-CEF21AA1EC3E}"/>
              </a:ext>
            </a:extLst>
          </p:cNvPr>
          <p:cNvSpPr>
            <a:spLocks noGrp="1"/>
          </p:cNvSpPr>
          <p:nvPr>
            <p:ph type="title"/>
          </p:nvPr>
        </p:nvSpPr>
        <p:spPr>
          <a:xfrm>
            <a:off x="178904" y="258417"/>
            <a:ext cx="7374835" cy="964097"/>
          </a:xfrm>
        </p:spPr>
        <p:txBody>
          <a:bodyPr>
            <a:normAutofit/>
          </a:bodyPr>
          <a:lstStyle/>
          <a:p>
            <a:r>
              <a:rPr lang="en-IN" sz="4000" b="1" dirty="0">
                <a:solidFill>
                  <a:schemeClr val="accent3">
                    <a:lumMod val="50000"/>
                  </a:schemeClr>
                </a:solidFill>
              </a:rPr>
              <a:t>Dashboard 2 – Rainfall Analysis</a:t>
            </a:r>
          </a:p>
        </p:txBody>
      </p:sp>
      <p:pic>
        <p:nvPicPr>
          <p:cNvPr id="4" name="Picture 3">
            <a:extLst>
              <a:ext uri="{FF2B5EF4-FFF2-40B4-BE49-F238E27FC236}">
                <a16:creationId xmlns:a16="http://schemas.microsoft.com/office/drawing/2014/main" id="{893F2DBE-FADC-C0B8-FF4B-7867CAFE9C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9240" y="1009440"/>
            <a:ext cx="8542760" cy="5659717"/>
          </a:xfrm>
          <a:prstGeom prst="rect">
            <a:avLst/>
          </a:prstGeom>
        </p:spPr>
      </p:pic>
      <p:sp>
        <p:nvSpPr>
          <p:cNvPr id="6" name="TextBox 5">
            <a:extLst>
              <a:ext uri="{FF2B5EF4-FFF2-40B4-BE49-F238E27FC236}">
                <a16:creationId xmlns:a16="http://schemas.microsoft.com/office/drawing/2014/main" id="{03A16A99-98AC-AA93-DF53-D5658B506C17}"/>
              </a:ext>
            </a:extLst>
          </p:cNvPr>
          <p:cNvSpPr txBox="1"/>
          <p:nvPr/>
        </p:nvSpPr>
        <p:spPr>
          <a:xfrm>
            <a:off x="268357" y="1133061"/>
            <a:ext cx="3150704" cy="3785652"/>
          </a:xfrm>
          <a:prstGeom prst="rect">
            <a:avLst/>
          </a:prstGeom>
          <a:solidFill>
            <a:schemeClr val="tx2">
              <a:lumMod val="20000"/>
              <a:lumOff val="80000"/>
            </a:schemeClr>
          </a:solidFill>
        </p:spPr>
        <p:txBody>
          <a:bodyPr wrap="square" rtlCol="0">
            <a:spAutoFit/>
          </a:bodyPr>
          <a:lstStyle/>
          <a:p>
            <a:r>
              <a:rPr lang="en-IN" sz="2400" b="1" dirty="0">
                <a:solidFill>
                  <a:srgbClr val="7030A0"/>
                </a:solidFill>
              </a:rPr>
              <a:t>Key Insights</a:t>
            </a:r>
          </a:p>
          <a:p>
            <a:pPr marL="285750" indent="-285750">
              <a:buFont typeface="Arial" panose="020B0604020202020204" pitchFamily="34" charset="0"/>
              <a:buChar char="•"/>
            </a:pPr>
            <a:r>
              <a:rPr lang="en-IN" dirty="0"/>
              <a:t>Summer received the highest rainfall. </a:t>
            </a:r>
          </a:p>
          <a:p>
            <a:pPr marL="285750" indent="-285750">
              <a:buFont typeface="Arial" panose="020B0604020202020204" pitchFamily="34" charset="0"/>
              <a:buChar char="•"/>
            </a:pPr>
            <a:r>
              <a:rPr lang="en-IN" dirty="0"/>
              <a:t>Guwahati recorded the maximum rainfall among the selected cities. </a:t>
            </a:r>
          </a:p>
          <a:p>
            <a:pPr marL="285750" indent="-285750">
              <a:buFont typeface="Arial" panose="020B0604020202020204" pitchFamily="34" charset="0"/>
              <a:buChar char="•"/>
            </a:pPr>
            <a:r>
              <a:rPr lang="en-IN" dirty="0"/>
              <a:t>Rainfall peaked during July and August. </a:t>
            </a:r>
          </a:p>
          <a:p>
            <a:pPr marL="285750" indent="-285750">
              <a:buFont typeface="Arial" panose="020B0604020202020204" pitchFamily="34" charset="0"/>
              <a:buChar char="•"/>
            </a:pPr>
            <a:r>
              <a:rPr lang="en-IN" dirty="0"/>
              <a:t>Around one-third of the recorded days were rainy, while the remaining days were non-rainy.</a:t>
            </a:r>
          </a:p>
          <a:p>
            <a:pPr marL="285750" indent="-285750">
              <a:buFont typeface="Wingdings" panose="05000000000000000000" pitchFamily="2" charset="2"/>
              <a:buChar char="Ø"/>
            </a:pPr>
            <a:endParaRPr lang="en-IN" dirty="0"/>
          </a:p>
        </p:txBody>
      </p:sp>
    </p:spTree>
    <p:extLst>
      <p:ext uri="{BB962C8B-B14F-4D97-AF65-F5344CB8AC3E}">
        <p14:creationId xmlns:p14="http://schemas.microsoft.com/office/powerpoint/2010/main" val="36518311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40000"/>
                <a:lumOff val="60000"/>
              </a:schemeClr>
            </a:gs>
            <a:gs pos="74000">
              <a:schemeClr val="accent1">
                <a:lumMod val="45000"/>
                <a:lumOff val="55000"/>
              </a:schemeClr>
            </a:gs>
            <a:gs pos="83000">
              <a:schemeClr val="accent1">
                <a:lumMod val="45000"/>
                <a:lumOff val="55000"/>
              </a:schemeClr>
            </a:gs>
            <a:gs pos="100000">
              <a:schemeClr val="accent6">
                <a:lumMod val="60000"/>
                <a:lumOff val="4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89693-7AFA-46A1-8968-9951801F9D45}"/>
              </a:ext>
            </a:extLst>
          </p:cNvPr>
          <p:cNvSpPr>
            <a:spLocks noGrp="1"/>
          </p:cNvSpPr>
          <p:nvPr>
            <p:ph type="title"/>
          </p:nvPr>
        </p:nvSpPr>
        <p:spPr>
          <a:xfrm>
            <a:off x="188844" y="168965"/>
            <a:ext cx="8577470" cy="834887"/>
          </a:xfrm>
          <a:noFill/>
        </p:spPr>
        <p:txBody>
          <a:bodyPr>
            <a:normAutofit/>
          </a:bodyPr>
          <a:lstStyle/>
          <a:p>
            <a:r>
              <a:rPr lang="en-IN" sz="4000" b="1" dirty="0">
                <a:solidFill>
                  <a:schemeClr val="accent2">
                    <a:lumMod val="50000"/>
                  </a:schemeClr>
                </a:solidFill>
              </a:rPr>
              <a:t>Dashboard 3 – Extreme Weather Analysis</a:t>
            </a:r>
          </a:p>
        </p:txBody>
      </p:sp>
      <p:pic>
        <p:nvPicPr>
          <p:cNvPr id="4" name="Picture 3">
            <a:extLst>
              <a:ext uri="{FF2B5EF4-FFF2-40B4-BE49-F238E27FC236}">
                <a16:creationId xmlns:a16="http://schemas.microsoft.com/office/drawing/2014/main" id="{82E6EE6C-3D99-66E0-B96A-5C0A61657F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41496" y="1003852"/>
            <a:ext cx="8550381" cy="4839119"/>
          </a:xfrm>
          <a:prstGeom prst="rect">
            <a:avLst/>
          </a:prstGeom>
        </p:spPr>
      </p:pic>
      <p:sp>
        <p:nvSpPr>
          <p:cNvPr id="5" name="TextBox 4">
            <a:extLst>
              <a:ext uri="{FF2B5EF4-FFF2-40B4-BE49-F238E27FC236}">
                <a16:creationId xmlns:a16="http://schemas.microsoft.com/office/drawing/2014/main" id="{AF14B29B-EB43-B12D-2636-1427B4516C7F}"/>
              </a:ext>
            </a:extLst>
          </p:cNvPr>
          <p:cNvSpPr txBox="1"/>
          <p:nvPr/>
        </p:nvSpPr>
        <p:spPr>
          <a:xfrm>
            <a:off x="278296" y="1093304"/>
            <a:ext cx="2782956" cy="4124206"/>
          </a:xfrm>
          <a:prstGeom prst="rect">
            <a:avLst/>
          </a:prstGeom>
          <a:noFill/>
        </p:spPr>
        <p:txBody>
          <a:bodyPr wrap="square" rtlCol="0">
            <a:spAutoFit/>
          </a:bodyPr>
          <a:lstStyle/>
          <a:p>
            <a:r>
              <a:rPr lang="en-IN" sz="2800" b="1" dirty="0">
                <a:solidFill>
                  <a:schemeClr val="accent4">
                    <a:lumMod val="75000"/>
                  </a:schemeClr>
                </a:solidFill>
              </a:rPr>
              <a:t>Key Insights</a:t>
            </a:r>
          </a:p>
          <a:p>
            <a:pPr marL="285750" indent="-285750">
              <a:buFont typeface="Arial" panose="020B0604020202020204" pitchFamily="34" charset="0"/>
              <a:buChar char="•"/>
            </a:pPr>
            <a:r>
              <a:rPr lang="en-IN" dirty="0"/>
              <a:t>Jaipur recorded the highest maximum temperature. </a:t>
            </a:r>
          </a:p>
          <a:p>
            <a:pPr marL="285750" indent="-285750">
              <a:buFont typeface="Arial" panose="020B0604020202020204" pitchFamily="34" charset="0"/>
              <a:buChar char="•"/>
            </a:pPr>
            <a:r>
              <a:rPr lang="en-IN" dirty="0"/>
              <a:t>Srinagar experienced the lowest minimum temperature. </a:t>
            </a:r>
          </a:p>
          <a:p>
            <a:pPr marL="285750" indent="-285750">
              <a:buFont typeface="Arial" panose="020B0604020202020204" pitchFamily="34" charset="0"/>
              <a:buChar char="•"/>
            </a:pPr>
            <a:r>
              <a:rPr lang="en-IN" dirty="0"/>
              <a:t>Srinagar also had the largest average temperature range. </a:t>
            </a:r>
          </a:p>
          <a:p>
            <a:pPr marL="285750" indent="-285750">
              <a:buFont typeface="Arial" panose="020B0604020202020204" pitchFamily="34" charset="0"/>
              <a:buChar char="•"/>
            </a:pPr>
            <a:r>
              <a:rPr lang="en-IN" dirty="0"/>
              <a:t>Temperature variation differed significantly between cities.</a:t>
            </a:r>
          </a:p>
          <a:p>
            <a:endParaRPr lang="en-IN" dirty="0"/>
          </a:p>
        </p:txBody>
      </p:sp>
    </p:spTree>
    <p:extLst>
      <p:ext uri="{BB962C8B-B14F-4D97-AF65-F5344CB8AC3E}">
        <p14:creationId xmlns:p14="http://schemas.microsoft.com/office/powerpoint/2010/main" val="39565709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pattFill prst="pct2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841CE-F9EC-E55C-1E5A-9E5D0498551C}"/>
              </a:ext>
            </a:extLst>
          </p:cNvPr>
          <p:cNvSpPr>
            <a:spLocks noGrp="1"/>
          </p:cNvSpPr>
          <p:nvPr>
            <p:ph type="title"/>
          </p:nvPr>
        </p:nvSpPr>
        <p:spPr>
          <a:xfrm>
            <a:off x="188844" y="159027"/>
            <a:ext cx="8408504" cy="1053548"/>
          </a:xfrm>
        </p:spPr>
        <p:txBody>
          <a:bodyPr>
            <a:normAutofit/>
          </a:bodyPr>
          <a:lstStyle/>
          <a:p>
            <a:r>
              <a:rPr lang="en-IN" sz="4000" b="1" dirty="0">
                <a:solidFill>
                  <a:schemeClr val="accent1">
                    <a:lumMod val="50000"/>
                  </a:schemeClr>
                </a:solidFill>
              </a:rPr>
              <a:t>Dashboard 4 – Year-wise Trend Analysis</a:t>
            </a:r>
          </a:p>
        </p:txBody>
      </p:sp>
      <p:pic>
        <p:nvPicPr>
          <p:cNvPr id="4" name="Picture 3">
            <a:extLst>
              <a:ext uri="{FF2B5EF4-FFF2-40B4-BE49-F238E27FC236}">
                <a16:creationId xmlns:a16="http://schemas.microsoft.com/office/drawing/2014/main" id="{48820F4D-CD8F-B2B4-0E6E-C2187C59EC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6568" y="1192697"/>
            <a:ext cx="8626588" cy="4877223"/>
          </a:xfrm>
          <a:prstGeom prst="rect">
            <a:avLst/>
          </a:prstGeom>
        </p:spPr>
      </p:pic>
      <p:sp>
        <p:nvSpPr>
          <p:cNvPr id="5" name="TextBox 4">
            <a:extLst>
              <a:ext uri="{FF2B5EF4-FFF2-40B4-BE49-F238E27FC236}">
                <a16:creationId xmlns:a16="http://schemas.microsoft.com/office/drawing/2014/main" id="{FF285D20-9978-AC41-B428-461588B8CCA9}"/>
              </a:ext>
            </a:extLst>
          </p:cNvPr>
          <p:cNvSpPr txBox="1"/>
          <p:nvPr/>
        </p:nvSpPr>
        <p:spPr>
          <a:xfrm>
            <a:off x="337930" y="1331843"/>
            <a:ext cx="2842592" cy="5047536"/>
          </a:xfrm>
          <a:prstGeom prst="rect">
            <a:avLst/>
          </a:prstGeom>
          <a:noFill/>
        </p:spPr>
        <p:txBody>
          <a:bodyPr wrap="square" rtlCol="0">
            <a:spAutoFit/>
          </a:bodyPr>
          <a:lstStyle/>
          <a:p>
            <a:r>
              <a:rPr lang="en-IN" sz="2400" b="1" dirty="0"/>
              <a:t>Key Insights</a:t>
            </a:r>
          </a:p>
          <a:p>
            <a:pPr marL="285750" indent="-285750">
              <a:buFont typeface="Arial" panose="020B0604020202020204" pitchFamily="34" charset="0"/>
              <a:buChar char="•"/>
            </a:pPr>
            <a:r>
              <a:rPr lang="en-IN" sz="2000" dirty="0"/>
              <a:t>Average temperature showed slight variation across the three years. </a:t>
            </a:r>
          </a:p>
          <a:p>
            <a:pPr marL="285750" indent="-285750">
              <a:buFont typeface="Arial" panose="020B0604020202020204" pitchFamily="34" charset="0"/>
              <a:buChar char="•"/>
            </a:pPr>
            <a:r>
              <a:rPr lang="en-IN" sz="2000" dirty="0"/>
              <a:t>Maximum and minimum temperatures remained relatively stable. </a:t>
            </a:r>
          </a:p>
          <a:p>
            <a:pPr marL="285750" indent="-285750">
              <a:buFont typeface="Arial" panose="020B0604020202020204" pitchFamily="34" charset="0"/>
              <a:buChar char="•"/>
            </a:pPr>
            <a:r>
              <a:rPr lang="en-IN" sz="2000" dirty="0"/>
              <a:t>Rainfall varied between years. </a:t>
            </a:r>
          </a:p>
          <a:p>
            <a:pPr marL="285750" indent="-285750">
              <a:buFont typeface="Arial" panose="020B0604020202020204" pitchFamily="34" charset="0"/>
              <a:buChar char="•"/>
            </a:pPr>
            <a:r>
              <a:rPr lang="en-IN" sz="2000" dirty="0"/>
              <a:t>Temperature range exhibited gradual changes over time.</a:t>
            </a:r>
          </a:p>
          <a:p>
            <a:endParaRPr lang="en-IN" dirty="0"/>
          </a:p>
        </p:txBody>
      </p:sp>
    </p:spTree>
    <p:extLst>
      <p:ext uri="{BB962C8B-B14F-4D97-AF65-F5344CB8AC3E}">
        <p14:creationId xmlns:p14="http://schemas.microsoft.com/office/powerpoint/2010/main" val="3598229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06C96-DA51-46F5-835F-18E441F03D7A}"/>
              </a:ext>
            </a:extLst>
          </p:cNvPr>
          <p:cNvSpPr>
            <a:spLocks noGrp="1"/>
          </p:cNvSpPr>
          <p:nvPr>
            <p:ph type="title"/>
          </p:nvPr>
        </p:nvSpPr>
        <p:spPr>
          <a:xfrm>
            <a:off x="178904" y="198783"/>
            <a:ext cx="9183757" cy="944217"/>
          </a:xfrm>
        </p:spPr>
        <p:txBody>
          <a:bodyPr/>
          <a:lstStyle/>
          <a:p>
            <a:r>
              <a:rPr lang="en-IN" b="1" dirty="0">
                <a:solidFill>
                  <a:schemeClr val="accent6">
                    <a:lumMod val="50000"/>
                  </a:schemeClr>
                </a:solidFill>
              </a:rPr>
              <a:t>Dashboard 5 – Overall Weather Insights</a:t>
            </a:r>
          </a:p>
        </p:txBody>
      </p:sp>
      <p:pic>
        <p:nvPicPr>
          <p:cNvPr id="4" name="Picture 3">
            <a:extLst>
              <a:ext uri="{FF2B5EF4-FFF2-40B4-BE49-F238E27FC236}">
                <a16:creationId xmlns:a16="http://schemas.microsoft.com/office/drawing/2014/main" id="{0DDA2A56-AA52-722A-A502-32AB336382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12723" y="1226609"/>
            <a:ext cx="8626588" cy="4861981"/>
          </a:xfrm>
          <a:prstGeom prst="rect">
            <a:avLst/>
          </a:prstGeom>
        </p:spPr>
      </p:pic>
      <p:sp>
        <p:nvSpPr>
          <p:cNvPr id="5" name="TextBox 4">
            <a:extLst>
              <a:ext uri="{FF2B5EF4-FFF2-40B4-BE49-F238E27FC236}">
                <a16:creationId xmlns:a16="http://schemas.microsoft.com/office/drawing/2014/main" id="{A6B74BB0-9A1C-C28E-CA6D-BB39594CEE5E}"/>
              </a:ext>
            </a:extLst>
          </p:cNvPr>
          <p:cNvSpPr txBox="1"/>
          <p:nvPr/>
        </p:nvSpPr>
        <p:spPr>
          <a:xfrm>
            <a:off x="178904" y="1226609"/>
            <a:ext cx="2971800" cy="5355312"/>
          </a:xfrm>
          <a:prstGeom prst="rect">
            <a:avLst/>
          </a:prstGeom>
          <a:noFill/>
        </p:spPr>
        <p:txBody>
          <a:bodyPr wrap="square" rtlCol="0">
            <a:spAutoFit/>
          </a:bodyPr>
          <a:lstStyle/>
          <a:p>
            <a:r>
              <a:rPr lang="en-IN" sz="2400" b="1" dirty="0"/>
              <a:t>Key Insights</a:t>
            </a:r>
          </a:p>
          <a:p>
            <a:pPr marL="342900" indent="-342900">
              <a:buFont typeface="Arial" panose="020B0604020202020204" pitchFamily="34" charset="0"/>
              <a:buChar char="•"/>
            </a:pPr>
            <a:r>
              <a:rPr lang="en-IN" sz="2000" dirty="0">
                <a:solidFill>
                  <a:schemeClr val="accent6">
                    <a:lumMod val="50000"/>
                  </a:schemeClr>
                </a:solidFill>
              </a:rPr>
              <a:t>The dataset contained approximately 7,300 weather observations. </a:t>
            </a:r>
          </a:p>
          <a:p>
            <a:pPr marL="342900" indent="-342900">
              <a:buFont typeface="Arial" panose="020B0604020202020204" pitchFamily="34" charset="0"/>
              <a:buChar char="•"/>
            </a:pPr>
            <a:r>
              <a:rPr lang="en-IN" sz="2000" dirty="0">
                <a:solidFill>
                  <a:schemeClr val="accent6">
                    <a:lumMod val="50000"/>
                  </a:schemeClr>
                </a:solidFill>
              </a:rPr>
              <a:t>The overall average temperature was about 23°C. </a:t>
            </a:r>
          </a:p>
          <a:p>
            <a:pPr marL="342900" indent="-342900">
              <a:buFont typeface="Arial" panose="020B0604020202020204" pitchFamily="34" charset="0"/>
              <a:buChar char="•"/>
            </a:pPr>
            <a:r>
              <a:rPr lang="en-IN" sz="2000" dirty="0">
                <a:solidFill>
                  <a:schemeClr val="accent6">
                    <a:lumMod val="50000"/>
                  </a:schemeClr>
                </a:solidFill>
              </a:rPr>
              <a:t>Total rainfall exceeded 30,000 mm across all observations. </a:t>
            </a:r>
          </a:p>
          <a:p>
            <a:pPr marL="342900" indent="-342900">
              <a:buFont typeface="Arial" panose="020B0604020202020204" pitchFamily="34" charset="0"/>
              <a:buChar char="•"/>
            </a:pPr>
            <a:r>
              <a:rPr lang="en-IN" sz="2000" dirty="0">
                <a:solidFill>
                  <a:schemeClr val="accent6">
                    <a:lumMod val="50000"/>
                  </a:schemeClr>
                </a:solidFill>
              </a:rPr>
              <a:t>Nearly 3,000 rainy days were recorded. </a:t>
            </a:r>
          </a:p>
          <a:p>
            <a:pPr marL="342900" indent="-342900">
              <a:buFont typeface="Arial" panose="020B0604020202020204" pitchFamily="34" charset="0"/>
              <a:buChar char="•"/>
            </a:pPr>
            <a:r>
              <a:rPr lang="en-IN" sz="2000" dirty="0">
                <a:solidFill>
                  <a:schemeClr val="accent6">
                    <a:lumMod val="50000"/>
                  </a:schemeClr>
                </a:solidFill>
              </a:rPr>
              <a:t>Monthly temperature and rainfall followed distinct seasonal patterns.</a:t>
            </a:r>
          </a:p>
          <a:p>
            <a:endParaRPr lang="en-IN" dirty="0"/>
          </a:p>
        </p:txBody>
      </p:sp>
    </p:spTree>
    <p:extLst>
      <p:ext uri="{BB962C8B-B14F-4D97-AF65-F5344CB8AC3E}">
        <p14:creationId xmlns:p14="http://schemas.microsoft.com/office/powerpoint/2010/main" val="361474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40000"/>
                <a:lumOff val="60000"/>
              </a:schemeClr>
            </a:gs>
            <a:gs pos="74000">
              <a:schemeClr val="accent1">
                <a:lumMod val="45000"/>
                <a:lumOff val="55000"/>
              </a:schemeClr>
            </a:gs>
            <a:gs pos="83000">
              <a:schemeClr val="accent1">
                <a:lumMod val="45000"/>
                <a:lumOff val="55000"/>
              </a:schemeClr>
            </a:gs>
            <a:gs pos="100000">
              <a:schemeClr val="accent6">
                <a:lumMod val="60000"/>
                <a:lumOff val="4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8EAFB-16BA-6F0C-CC00-E8F2ADDDB0D1}"/>
              </a:ext>
            </a:extLst>
          </p:cNvPr>
          <p:cNvSpPr>
            <a:spLocks noGrp="1"/>
          </p:cNvSpPr>
          <p:nvPr>
            <p:ph type="title"/>
          </p:nvPr>
        </p:nvSpPr>
        <p:spPr>
          <a:xfrm>
            <a:off x="248478" y="365125"/>
            <a:ext cx="3518452" cy="847449"/>
          </a:xfrm>
        </p:spPr>
        <p:txBody>
          <a:bodyPr>
            <a:normAutofit/>
          </a:bodyPr>
          <a:lstStyle/>
          <a:p>
            <a:r>
              <a:rPr lang="en-IN" sz="4000" b="1" dirty="0">
                <a:solidFill>
                  <a:srgbClr val="0070C0"/>
                </a:solidFill>
              </a:rPr>
              <a:t>Overall Findings</a:t>
            </a:r>
          </a:p>
        </p:txBody>
      </p:sp>
      <p:sp>
        <p:nvSpPr>
          <p:cNvPr id="3" name="TextBox 2">
            <a:extLst>
              <a:ext uri="{FF2B5EF4-FFF2-40B4-BE49-F238E27FC236}">
                <a16:creationId xmlns:a16="http://schemas.microsoft.com/office/drawing/2014/main" id="{244400BC-98AA-EA98-E67C-E0C3474557CC}"/>
              </a:ext>
            </a:extLst>
          </p:cNvPr>
          <p:cNvSpPr txBox="1"/>
          <p:nvPr/>
        </p:nvSpPr>
        <p:spPr>
          <a:xfrm>
            <a:off x="447261" y="1550504"/>
            <a:ext cx="3399182" cy="4862870"/>
          </a:xfrm>
          <a:prstGeom prst="rect">
            <a:avLst/>
          </a:prstGeom>
          <a:noFill/>
        </p:spPr>
        <p:txBody>
          <a:bodyPr wrap="square" rtlCol="0">
            <a:spAutoFit/>
          </a:bodyPr>
          <a:lstStyle/>
          <a:p>
            <a:r>
              <a:rPr lang="en-IN" sz="3200" b="1" dirty="0">
                <a:solidFill>
                  <a:schemeClr val="accent4">
                    <a:lumMod val="75000"/>
                  </a:schemeClr>
                </a:solidFill>
              </a:rPr>
              <a:t>Major Findings</a:t>
            </a:r>
          </a:p>
          <a:p>
            <a:pPr marL="285750" indent="-285750">
              <a:buFont typeface="Arial" panose="020B0604020202020204" pitchFamily="34" charset="0"/>
              <a:buChar char="•"/>
            </a:pPr>
            <a:r>
              <a:rPr lang="en-IN" sz="2000" dirty="0"/>
              <a:t>Weather patterns vary considerably across cities. </a:t>
            </a:r>
          </a:p>
          <a:p>
            <a:pPr marL="285750" indent="-285750">
              <a:buFont typeface="Arial" panose="020B0604020202020204" pitchFamily="34" charset="0"/>
              <a:buChar char="•"/>
            </a:pPr>
            <a:r>
              <a:rPr lang="en-IN" sz="2000" dirty="0"/>
              <a:t>Summer is generally the hottest season. </a:t>
            </a:r>
          </a:p>
          <a:p>
            <a:pPr marL="285750" indent="-285750">
              <a:buFont typeface="Arial" panose="020B0604020202020204" pitchFamily="34" charset="0"/>
              <a:buChar char="•"/>
            </a:pPr>
            <a:r>
              <a:rPr lang="en-IN" sz="2000" dirty="0"/>
              <a:t>Rainfall is concentrated during the monsoon months. </a:t>
            </a:r>
          </a:p>
          <a:p>
            <a:pPr marL="285750" indent="-285750">
              <a:buFont typeface="Arial" panose="020B0604020202020204" pitchFamily="34" charset="0"/>
              <a:buChar char="•"/>
            </a:pPr>
            <a:r>
              <a:rPr lang="en-IN" sz="2000" dirty="0"/>
              <a:t>Some cities experience much larger temperature fluctuations than others. </a:t>
            </a:r>
          </a:p>
          <a:p>
            <a:pPr marL="285750" indent="-285750">
              <a:buFont typeface="Arial" panose="020B0604020202020204" pitchFamily="34" charset="0"/>
              <a:buChar char="•"/>
            </a:pPr>
            <a:r>
              <a:rPr lang="en-IN" sz="2000" dirty="0"/>
              <a:t>Weather trends remained fairly consistent between 2024 and 2026.</a:t>
            </a:r>
          </a:p>
          <a:p>
            <a:endParaRPr lang="en-IN" dirty="0"/>
          </a:p>
        </p:txBody>
      </p:sp>
      <p:sp>
        <p:nvSpPr>
          <p:cNvPr id="9" name="TextBox 8">
            <a:extLst>
              <a:ext uri="{FF2B5EF4-FFF2-40B4-BE49-F238E27FC236}">
                <a16:creationId xmlns:a16="http://schemas.microsoft.com/office/drawing/2014/main" id="{DE0B432E-ED94-DF22-B559-4287E71EAA5B}"/>
              </a:ext>
            </a:extLst>
          </p:cNvPr>
          <p:cNvSpPr txBox="1"/>
          <p:nvPr/>
        </p:nvSpPr>
        <p:spPr>
          <a:xfrm>
            <a:off x="5120311" y="1033670"/>
            <a:ext cx="6450496" cy="4985980"/>
          </a:xfrm>
          <a:prstGeom prst="rect">
            <a:avLst/>
          </a:prstGeom>
          <a:noFill/>
        </p:spPr>
        <p:txBody>
          <a:bodyPr wrap="square" rtlCol="0">
            <a:spAutoFit/>
          </a:bodyPr>
          <a:lstStyle/>
          <a:p>
            <a:r>
              <a:rPr lang="en-IN" sz="4400" b="1" dirty="0">
                <a:solidFill>
                  <a:schemeClr val="accent4">
                    <a:lumMod val="50000"/>
                  </a:schemeClr>
                </a:solidFill>
              </a:rPr>
              <a:t>Challenges</a:t>
            </a:r>
          </a:p>
          <a:p>
            <a:pPr marL="457200" indent="-457200">
              <a:buFont typeface="Arial" panose="020B0604020202020204" pitchFamily="34" charset="0"/>
              <a:buChar char="•"/>
            </a:pPr>
            <a:r>
              <a:rPr lang="en-IN" sz="3200" dirty="0">
                <a:solidFill>
                  <a:schemeClr val="accent4">
                    <a:lumMod val="75000"/>
                  </a:schemeClr>
                </a:solidFill>
              </a:rPr>
              <a:t>Learning Power BI from scratch. </a:t>
            </a:r>
          </a:p>
          <a:p>
            <a:pPr marL="457200" indent="-457200">
              <a:buFont typeface="Arial" panose="020B0604020202020204" pitchFamily="34" charset="0"/>
              <a:buChar char="•"/>
            </a:pPr>
            <a:r>
              <a:rPr lang="en-IN" sz="3200" dirty="0">
                <a:solidFill>
                  <a:schemeClr val="accent4">
                    <a:lumMod val="75000"/>
                  </a:schemeClr>
                </a:solidFill>
              </a:rPr>
              <a:t>Creating DAX measures. </a:t>
            </a:r>
          </a:p>
          <a:p>
            <a:pPr marL="457200" indent="-457200">
              <a:buFont typeface="Arial" panose="020B0604020202020204" pitchFamily="34" charset="0"/>
              <a:buChar char="•"/>
            </a:pPr>
            <a:r>
              <a:rPr lang="en-IN" sz="3200" dirty="0">
                <a:solidFill>
                  <a:schemeClr val="accent4">
                    <a:lumMod val="75000"/>
                  </a:schemeClr>
                </a:solidFill>
              </a:rPr>
              <a:t>Sorting months correctly. </a:t>
            </a:r>
          </a:p>
          <a:p>
            <a:pPr marL="457200" indent="-457200">
              <a:buFont typeface="Arial" panose="020B0604020202020204" pitchFamily="34" charset="0"/>
              <a:buChar char="•"/>
            </a:pPr>
            <a:r>
              <a:rPr lang="en-IN" sz="3200" dirty="0">
                <a:solidFill>
                  <a:schemeClr val="accent4">
                    <a:lumMod val="75000"/>
                  </a:schemeClr>
                </a:solidFill>
              </a:rPr>
              <a:t>Designing meaningful dashboards. </a:t>
            </a:r>
          </a:p>
          <a:p>
            <a:pPr marL="457200" indent="-457200">
              <a:buFont typeface="Arial" panose="020B0604020202020204" pitchFamily="34" charset="0"/>
              <a:buChar char="•"/>
            </a:pPr>
            <a:r>
              <a:rPr lang="en-IN" sz="3200" dirty="0">
                <a:solidFill>
                  <a:schemeClr val="accent4">
                    <a:lumMod val="75000"/>
                  </a:schemeClr>
                </a:solidFill>
              </a:rPr>
              <a:t>Selecting the most appropriate visualizations. </a:t>
            </a:r>
          </a:p>
          <a:p>
            <a:pPr marL="457200" indent="-457200">
              <a:buFont typeface="Arial" panose="020B0604020202020204" pitchFamily="34" charset="0"/>
              <a:buChar char="•"/>
            </a:pPr>
            <a:r>
              <a:rPr lang="en-IN" sz="3200" dirty="0">
                <a:solidFill>
                  <a:schemeClr val="accent4">
                    <a:lumMod val="75000"/>
                  </a:schemeClr>
                </a:solidFill>
              </a:rPr>
              <a:t>Ensuring dashboard consistency and readability</a:t>
            </a:r>
            <a:r>
              <a:rPr lang="en-IN" dirty="0">
                <a:solidFill>
                  <a:schemeClr val="accent4">
                    <a:lumMod val="75000"/>
                  </a:schemeClr>
                </a:solidFill>
              </a:rPr>
              <a:t>.</a:t>
            </a:r>
          </a:p>
          <a:p>
            <a:endParaRPr lang="en-IN" dirty="0"/>
          </a:p>
        </p:txBody>
      </p:sp>
    </p:spTree>
    <p:extLst>
      <p:ext uri="{BB962C8B-B14F-4D97-AF65-F5344CB8AC3E}">
        <p14:creationId xmlns:p14="http://schemas.microsoft.com/office/powerpoint/2010/main" val="15215070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pattFill prst="pct20">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C4950-73A0-D7CA-927C-F097BE856559}"/>
              </a:ext>
            </a:extLst>
          </p:cNvPr>
          <p:cNvSpPr>
            <a:spLocks noGrp="1"/>
          </p:cNvSpPr>
          <p:nvPr>
            <p:ph type="title"/>
          </p:nvPr>
        </p:nvSpPr>
        <p:spPr/>
        <p:txBody>
          <a:bodyPr>
            <a:normAutofit/>
          </a:bodyPr>
          <a:lstStyle/>
          <a:p>
            <a:pPr algn="ctr"/>
            <a:r>
              <a:rPr lang="en-IN" sz="5400" b="1" dirty="0">
                <a:solidFill>
                  <a:schemeClr val="accent1">
                    <a:lumMod val="50000"/>
                  </a:schemeClr>
                </a:solidFill>
              </a:rPr>
              <a:t>Conclusion</a:t>
            </a:r>
          </a:p>
        </p:txBody>
      </p:sp>
      <p:sp>
        <p:nvSpPr>
          <p:cNvPr id="3" name="TextBox 2">
            <a:extLst>
              <a:ext uri="{FF2B5EF4-FFF2-40B4-BE49-F238E27FC236}">
                <a16:creationId xmlns:a16="http://schemas.microsoft.com/office/drawing/2014/main" id="{B6B9F2E8-0C34-09D5-6829-9A4EF9340AD9}"/>
              </a:ext>
            </a:extLst>
          </p:cNvPr>
          <p:cNvSpPr txBox="1"/>
          <p:nvPr/>
        </p:nvSpPr>
        <p:spPr>
          <a:xfrm>
            <a:off x="2345635" y="1560443"/>
            <a:ext cx="7812156" cy="3539430"/>
          </a:xfrm>
          <a:prstGeom prst="rect">
            <a:avLst/>
          </a:prstGeom>
          <a:noFill/>
        </p:spPr>
        <p:txBody>
          <a:bodyPr wrap="square" rtlCol="0">
            <a:spAutoFit/>
          </a:bodyPr>
          <a:lstStyle/>
          <a:p>
            <a:r>
              <a:rPr lang="en-IN" sz="2800" dirty="0">
                <a:solidFill>
                  <a:schemeClr val="accent1">
                    <a:lumMod val="75000"/>
                  </a:schemeClr>
                </a:solidFill>
              </a:rPr>
              <a:t>This project successfully analysed weather patterns using Power BI. Interactive dashboards provided valuable insights into temperature, rainfall, seasonal variation, extreme weather conditions, and yearly trends. The project demonstrates how business intelligence tools can transform raw weather data into meaningful visual insights that support informed decision-making.</a:t>
            </a:r>
          </a:p>
        </p:txBody>
      </p:sp>
    </p:spTree>
    <p:extLst>
      <p:ext uri="{BB962C8B-B14F-4D97-AF65-F5344CB8AC3E}">
        <p14:creationId xmlns:p14="http://schemas.microsoft.com/office/powerpoint/2010/main" val="27077850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165</TotalTime>
  <Words>731</Words>
  <Application>Microsoft Office PowerPoint</Application>
  <PresentationFormat>Widescreen</PresentationFormat>
  <Paragraphs>123</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Wingdings</vt:lpstr>
      <vt:lpstr>Office Theme</vt:lpstr>
      <vt:lpstr>Weather Pattern Analysis Using Power BI</vt:lpstr>
      <vt:lpstr>Project Overview</vt:lpstr>
      <vt:lpstr>Dataset Overview</vt:lpstr>
      <vt:lpstr>Data Cleaning &amp; Preparation</vt:lpstr>
      <vt:lpstr>DAX Measures &amp; Calculations</vt:lpstr>
      <vt:lpstr>Dashboard 1 – Temperature Analysis</vt:lpstr>
      <vt:lpstr>Dashboard 2 – Rainfall Analysis</vt:lpstr>
      <vt:lpstr>Dashboard 3 – Extreme Weather Analysis</vt:lpstr>
      <vt:lpstr>Dashboard 4 – Year-wise Trend Analysis</vt:lpstr>
      <vt:lpstr>Dashboard 5 – Overall Weather Insights</vt:lpstr>
      <vt:lpstr>Overall Findings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Rashi Bansal</dc:creator>
  <cp:lastModifiedBy>Rashi Bansal</cp:lastModifiedBy>
  <cp:revision>1</cp:revision>
  <dcterms:created xsi:type="dcterms:W3CDTF">2026-07-04T05:27:15Z</dcterms:created>
  <dcterms:modified xsi:type="dcterms:W3CDTF">2026-07-04T09:00:51Z</dcterms:modified>
</cp:coreProperties>
</file>